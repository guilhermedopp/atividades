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novo. O deck não trazia nenhum número do WAVE nem do ASES, embora a equipe tenha rodado os dois — e a professora pediu explicitamente o uso de avaliador. A nota de 90,48% convive com 310 avisos porque o ASES pondera por gravidade e a maior parte dos avisos cai na recomendação 1.1, de peso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conferidos contra o relatório. As reprovações de contraste são 4, medidas por amostragem de pixels; a pior é 1,66:1 nos botões do banner. A versão anterior deste slide trazia 7/51 e 1:1, que eram falsos positivos de um método que supunha o fundo subindo a árvore do 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sinal de diferente estava com resíduo de fonte no deck original: 'Visual ≠] acessível'.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4BD1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AVALIADORES OFICIAIS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WAVE e o ASES apontaram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19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ACESSIBILIDADE WEB · WCAG 2.1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6419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IFAL · CAMPUS MACEIÓ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65860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0B2B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 · GOVERNO FEDERAL · eMAG 3.1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77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D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90,48%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aderência ao modelo brasileiro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4846320" cy="12802"/>
          </a:xfrm>
          <a:prstGeom prst="rect">
            <a:avLst/>
          </a:prstGeom>
          <a:solidFill>
            <a:srgbClr val="1648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673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do eMAG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767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767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352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4352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4352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45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/ Informação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645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4645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/ Design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937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4937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30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Multimídia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5230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5230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522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86200" y="55229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55229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815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40 erros · 310 avisos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178308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0B2B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· WebAIM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82980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9829800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3264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D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653796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3264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818388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estruturais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829800" y="3264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48" name="Text 46"/>
          <p:cNvSpPr txBox="1"/>
          <p:nvPr/>
        </p:nvSpPr>
        <p:spPr>
          <a:xfrm>
            <a:off x="982980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17920" y="461772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0A284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37960" y="4828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NA LEITURA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537960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erros do WAVE não estão no código do IFAL: vêm da Barra do Governo Federal, injetada por barra.brasil.gov.br, que tem 1 imagem sem alt e 2 âncoras vazias.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4BD1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MOBILE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tela fica estreita, o problema aparece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19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ACESSIBILIDADE WEB · WCAG 2.1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6419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IFAL · CAMPUS MACEIÓ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65860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0B2B45"/>
          </a:solidFill>
          <a:ln/>
        </p:spPr>
      </p:sp>
      <p:pic>
        <p:nvPicPr>
          <p:cNvPr id="9" name="Image 0" descr="/home/user/atividades/evidencias/telas/08-reflow-32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011680"/>
            <a:ext cx="1444752" cy="3611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5669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px de conteúdo</a:t>
            </a:r>
            <a:pPr algn="ctr" indent="0" marL="0">
              <a:buNone/>
            </a:pPr>
            <a:r>
              <a:rPr lang="en-US" sz="130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 uma tela de 320 px  →  rolagem horizontal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1783080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0B2B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0" y="1892808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1892808"/>
            <a:ext cx="3108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 interativos &lt; 24×24 px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06440" y="2907792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0B2B4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26480" y="301752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017520"/>
            <a:ext cx="3108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reprovações de contraste confirmadas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06440" y="4032504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0B2B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26480" y="4142232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1,66:1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142232"/>
            <a:ext cx="3108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razão medida na tela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806440" y="5157216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0B2B4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26480" y="5266944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412×915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5266944"/>
            <a:ext cx="3108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do Pixel 7 emulado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4BD1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FECHAMENTO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desta avaliação?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19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ACESSIBILIDADE WEB · WCAG 2.1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6419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80" kern="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IFAL · CAMPUS MACEIÓ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65860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706624" cy="3520440"/>
          </a:xfrm>
          <a:prstGeom prst="roundRect">
            <a:avLst>
              <a:gd name="adj" fmla="val 2027"/>
            </a:avLst>
          </a:prstGeom>
          <a:solidFill>
            <a:srgbClr val="0B2B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≠ acessibilidade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1868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barreiras estão na marcação e são invisíveis para quem enxerga a página.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92424" y="1783080"/>
            <a:ext cx="2706624" cy="3520440"/>
          </a:xfrm>
          <a:prstGeom prst="roundRect">
            <a:avLst>
              <a:gd name="adj" fmla="val 2027"/>
            </a:avLst>
          </a:prstGeom>
          <a:solidFill>
            <a:srgbClr val="0B2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66744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≠ experiência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321868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quantificam o código; só o teste humano revela o uso real.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1783080"/>
            <a:ext cx="2706624" cy="3520440"/>
          </a:xfrm>
          <a:prstGeom prst="roundRect">
            <a:avLst>
              <a:gd name="adj" fmla="val 2027"/>
            </a:avLst>
          </a:prstGeom>
          <a:solidFill>
            <a:srgbClr val="0B2B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6248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viáveis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321868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pausa, um h1 por página e ajuste de paleta: baixo custo, alto impacto.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71432" y="1783080"/>
            <a:ext cx="2706624" cy="3520440"/>
          </a:xfrm>
          <a:prstGeom prst="roundRect">
            <a:avLst>
              <a:gd name="adj" fmla="val 2027"/>
            </a:avLst>
          </a:prstGeom>
          <a:solidFill>
            <a:srgbClr val="0B2B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45752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45752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contínua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445752" y="3218688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publicação pode reintroduzir barreiras; reavaliar periodicamente.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532120"/>
            <a:ext cx="11201400" cy="621792"/>
          </a:xfrm>
          <a:prstGeom prst="roundRect">
            <a:avLst>
              <a:gd name="adj" fmla="val 8824"/>
            </a:avLst>
          </a:prstGeom>
          <a:solidFill>
            <a:srgbClr val="0A28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5532120"/>
            <a:ext cx="11201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se projeta desde o início — corrigir depois custa mais.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2026-09-21T00:37:09Z</dcterms:created>
  <dcterms:modified xsi:type="dcterms:W3CDTF">2026-09-21T00:37:09Z</dcterms:modified>
</cp:coreProperties>
</file>