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4   |   Contrast Errors: 21   |   Alerts: 32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os 4 erros dividem-se em 1 "Missing alternative text" e 3 "Empty link"; os 21 erros de contraste são todos da categoria "Very low contrast". Entre os 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90,48%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29 erros · Conteúdo 11 erros · Formulários 0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pelas extensões WAVE e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4.0:1 (exige 4.5:1) — Barra do Governo Federal (barra.brasil.gov.br)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2570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486875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65" y="2206816"/>
            <a:ext cx="4703669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931" y="2206816"/>
            <a:ext cx="1458137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conteúdo ocupa 330 px em uma tela de 320 px e obriga a rolagem horizontal — WCAG 1.4.10 (AA).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 que só o aparelho real mostrou: VLibras</a:t>
            </a:r>
          </a:p>
        </p:txBody>
      </p:sp>
      <p:pic>
        <p:nvPicPr>
          <p:cNvPr id="3" name="Picture 2" descr="14-vlibras-botao-flutu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33866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684922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tradutor de Libras existe em todas as páginas, injetado por barra.brasil.gov.br. Não aparece no HTML entregue pelo servidor e escapou às três frentes automatizadas — mas a página de Acessibilidade do portal nunca o menciona.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0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4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0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sim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7 de 51 trechos — pior razão 1:1  (WCAG 1.4.3 — 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Samsung Galaxy A15 5G — TalkBack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Localizar, a partir da página inicial, o edital mais recente publicado pelo campus e abrir o documento correspondente.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Sim, na segunda tentativa — tempo: primeira tentativa abandonada aos 12 min 4 s; segunda tentativa concluída em 10 min 16 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 primeira tentativa não chegou ao edital. Foram necessários 5 min 30 s apenas para concluir o tutorial do TalkBack, seguidos de 5 min de tentativas frustradas para sair da própria tela de configuração do aparelho e 8 min 46 s para conseguir desativar o leitor. Já no portal, a busca pelo edital foi abandonada aos 12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1.4.1 Uso de cores (marcador do slide ativo diferenciado apenas pela cor de fundo)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(4 reprovações confirmadas por amostragem de pixels, a pior em 1,66:1); 1.4.10 Reflow (conteúdo de 330 px em tela de 320 px, gerando rolagem horizontal); 1.4.11 Contraste não textual (indicador de foco em 1,56:1 sobre o fundo branco do conteúdo); 1.4.12 Espaçamento de texto (rolagem horizontal e 3 elementos cortados); 2.5.8 Tamanho do alvo (23 dos 51 alvos interativos da versão móvel medem menos de 24x24 px).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no código do campus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Rolagem horizontal em telas estreitas → WCAG 1.4.10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