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notícias, editais e contato), o que permite auditar integralmente o conjunto de páginas dentro do prazo do trabalho. Por pertencer à administração pública federal, está sujeito ao Decreto n. 5.296/2004, à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Conforme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Não aplicável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Parcial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4   |   Contrast Errors: 21   |   Alerts: 32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os 4 erros dividem-se em 1 "Missing alternative text" e 3 "Empty link"; os 21 erros de contraste são todos da categoria "Very low contrast". Entre os 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90,48%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29 erros · Conteúdo 11 erros · Formulários 0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e ASES exigem execução no navegador — o ASES protege o envio com CAPTCHA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 automático: axe-core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axe-core 4.10.2 (Deque) — motor usado pelo Lighthouse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Violações diretas de critério WCAG A/AA: 0 nas 3 páginas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Regras aprovadas: 41 · 40 · 35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Ocorrências de boas práticas: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region — 10x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image-redundant-alt — 4x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page-has-heading-one — 2x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Devolvido para julgamento humano: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color-contrast — 80x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frame-tested — 1x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Contraste medido na tela renderizada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Método: o texto é apagado, a área é fotografada e a cor dominante da imagem vira o fundo — sem supor nada pela árvore do DOM.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Reprovações confirmadas: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1.66:1 (exige 4.5:1) — Botão de navegação do banner rotativo (slides 1, 3 e 4)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3.0:1 (exige 4.5:1) — Botão de navegação do banner rotativo (slide ativo)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4.48:1 (exige 4.5:1) — Link "Voltar para o topo"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Indicador de foco: 5.81:1 sobre o verde, mas 1.56:1 sobre o branco (exige 3.0:1)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Barra de acessibilidade do portal</a:t>
            </a:r>
          </a:p>
        </p:txBody>
      </p:sp>
      <p:pic>
        <p:nvPicPr>
          <p:cNvPr id="3" name="Picture 2" descr="02-topo-barra-acessibi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25704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486875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Quatro atalhos de salto (Alt+1 a Alt+4), Alto Contraste e Mapa do site: o portal acerta o essencial da navegação assistida.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Onde estão as piores falhas: o banner rotativo</a:t>
            </a:r>
          </a:p>
        </p:txBody>
      </p:sp>
      <p:pic>
        <p:nvPicPr>
          <p:cNvPr id="3" name="Picture 2" descr="13-carrossel-banner-ro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65" y="2206816"/>
            <a:ext cx="4703669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Botões de 22x20 px, contraste de 1,66:1, slide ativo marcado só pela cor e troca automática a cada 4 segundos sem botão de pausa.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Reflow em 320 px</a:t>
            </a:r>
          </a:p>
        </p:txBody>
      </p:sp>
      <p:pic>
        <p:nvPicPr>
          <p:cNvPr id="3" name="Picture 2" descr="08-reflow-320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931" y="2206816"/>
            <a:ext cx="1458137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Com a Barra do Governo Federal carregada, o conteúdo cabe em 320 px: 1.4.10 atendido. Os 330 px da imagem vêm da marcação provisória da barra, visível só quando o script de terceiro falha.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 que só o aparelho real mostrou: VLibras</a:t>
            </a:r>
          </a:p>
        </p:txBody>
      </p:sp>
      <p:pic>
        <p:nvPicPr>
          <p:cNvPr id="3" name="Picture 2" descr="14-vlibras-botao-flutu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33866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684922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O tradutor de Libras existe em todas as páginas, injetado por barra.brasil.gov.br. Não aparece no HTML entregue pelo servidor e escapou a todas as frentes automatizadas — mas a página de Acessibilidade do portal nunca o menciona.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Aparelho emulado: Google Pixel 7 (TalkBack) — 412×915 px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Elementos anunciados SEM RÓTULO: 3  (WCAG 1.1.1 / 4.1.2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Deslizes até o conteúdo principal: 5  (WCAG 2.4.1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Sem indicador de foco visível: 1  (WCAG 2.4.7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Alvos de toque menores que 24×24 px: 23  (WCAG 2.2, 2.5.8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Rolagem horizontal em 320 px: não  (WCAG 1.4.10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Contraste reprovado em 0 de 56 trechos — pior razão 4.65:1  (WCAG 1.4.3 — AA)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o leitor de tela realmente anuncia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1.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2.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3.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4. cabeçalho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5. região principal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6. rodapé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7.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8.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9. item de lista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Samsung Galaxy A15 5G — TalkBack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Localizar, a partir da página inicial, o edital mais recente publicado pelo campus e abrir o documento correspondente.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Sim, na segunda tentativa — tempo: primeira tentativa abandonada aos 12 min 4 s; segunda tentativa concluída em 10 min 16 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 primeira tentativa não chegou ao edital. Foram necessários 5 min 30 s apenas para concluir o tutorial do TalkBack, seguidos de 5 min de tentativas frustradas para sair da própria tela de configuração do aparelho e 8 min 46 s para conseguir desativar o leitor. Já no portal, a busca pelo edital foi abandonada aos 12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1.3.1 Informações e relações (a página de contato não declara nenhum elemento de cabeçalho, embora apresente seções visualmente tituladas, de modo que a estrutura percebida por quem enxerga não é programaticamente determinável); 1.4.1 Uso de cores (marcador do slide ativo diferenciado apenas pela cor de fundo); e 2.2.2 Pausar, Parar, Ocultar (banner rotativo com avanço automático a cada 4 segundos, sem mecanismo de pausa).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1.4.3 Contraste mínimo (3 reprovações confirmadas por amostragem de pixels, a pior em 1,66:1); 1.4.11 Contraste não textual (indicador de foco de 2 px na cor rgb(241,202,127), que atinge apenas 1,56:1 sobre o fundo branco da área de conteúdo, onde exige-se 3:1); e 1.4.12 Espaçamento de texto (3 elementos com conteúdo cortado sob o espaçamento exigido pelo critério). Acrescenta-se o critério 2.5.8 Tamanho do alvo (mínimo), que mede 23 dos 58 alvos interativos da versão móvel abaixo de 24 por 24 pixels: ele pertence à WCAG 2.2, e não à 2.1, e é aqui adotado como complemento, conforme facultado pelo enunciado do trabalho ao admitir "WCAG 2.1 ou mais recentes". Na WCAG 2.1 o requisito equivalente é o 2.5.5 Tamanho do alvo, de Nível AAA, que o sítio também não cumpre. O critério 1.4.10 Reflow, registrado como falho na primeira medição, foi reclassificado como atendido — ver, ao fim desta seção, a nota de reconferência.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Não atinge o Nível 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Banner rotativo sem controle de pausa → WCAG 2.2.2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Slide ativo identificado apenas pela cor → WCAG 1.4.1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nos controles do banner → WCAG 1.4.3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Página inicial e página de contato sem &lt;h1&gt; → WCAG 1.3.1 / 2.4.6 (A/AA)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região de navegação no código do campus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Indicador de foco pouco perceptível sobre fundo branco → WCAG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Alvos de toque abaixo do mínimo → WCAG 2.5.8 (AA, WCAG 2.2)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Layout quebra com espaçamento de texto ampliado → WCAG 1.4.12 (AA)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