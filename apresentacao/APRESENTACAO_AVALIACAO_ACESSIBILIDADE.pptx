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[PREENCHER: ?]   |   Contrast Errors: [PREENCHER: ?]   |   Alerts: [PREENCHER: ?]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[PREENCHER: listar]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[PREENCHER: ?]%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[PREENCHER: ?] erros · Conteúdo [PREENCHER: ?] erros · Formulários [PREENCHER: ?]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pelas extensões WAVE e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4.0:1 (exige 4.5:1) — Barra do Governo Federal (barra.brasil.gov.br)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25704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486875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65" y="2206816"/>
            <a:ext cx="4703669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931" y="2206816"/>
            <a:ext cx="1458137" cy="36453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94360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conteúdo ocupa 330 px em uma tela de 320 px e obriga a rolagem horizontal — WCAG 1.4.10 (AA).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 que só o aparelho real mostrou: VLibras</a:t>
            </a:r>
          </a:p>
        </p:txBody>
      </p:sp>
      <p:pic>
        <p:nvPicPr>
          <p:cNvPr id="3" name="Picture 2" descr="14-vlibras-botao-flutu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06816"/>
            <a:ext cx="9753600" cy="33866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5684922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latin typeface="Arial"/>
              </a:rPr>
              <a:t>O tradutor de Libras existe em todas as páginas, injetado por barra.brasil.gov.br. Não aparece no HTML entregue pelo servidor e escapou às três frentes automatizadas — mas a página de Acessibilidade do portal nunca o menciona.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0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4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0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sim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7 de 51 trechos — pior razão 1:1  (WCAG 1.4.3 — AA)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[PREENCHER: modelo] — [PREENCHER: TalkBack / VoiceOver]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[PREENCHER: descreva a tarefa]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[PREENCHER: Sim/Não] — tempo: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[PREENCHER: resuma a experiência em 3 a 4 linhas]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1.4.1 Uso de cores (marcador do slide ativo diferenciado apenas pela cor de fundo)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(4 reprovações confirmadas por amostragem de pixels, a pior em 1,66:1); 1.4.10 Reflow (conteúdo de 330 px em tela de 320 px, gerando rolagem horizontal); 1.4.11 Contraste não textual (indicador de foco em 1,56:1 sobre o fundo branco do conteúdo); 1.4.12 Espaçamento de texto (rolagem horizontal e 3 elementos cortados); 2.5.8 Tamanho do alvo (23 dos 51 alvos interativos da versão móvel medem menos de 24x24 px).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Rolagem horizontal em telas estreitas → WCAG 1.4.10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