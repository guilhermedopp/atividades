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</a:t>
            </a:r>
            <a:r>
              <a:rPr sz="1500" b="1">
                <a:solidFill>
                  <a:srgbClr val="C01C1C"/>
                </a:solidFill>
                <a:latin typeface="Arial"/>
              </a:rPr>
              <a:t>[PREENCHER: Conforme / Não conforme / Parcial]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[PREENCHER: ?]   |   Contrast Errors: [PREENCHER: ?]   |   Alerts: [PREENCHER: ?]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[PREENCHER: listar]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[PREENCHER: ?]%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[PREENCHER: ?] erros · Conteúdo [PREENCHER: ?] erros · Formulários [PREENCHER: ?]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C01C1C"/>
                </a:solidFill>
                <a:latin typeface="Arial"/>
              </a:rPr>
              <a:t>[PREENCHER: execute ferramenta/simulador_mobile.py e gere os documentos novamente]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[PREENCHER: modelo] — [PREENCHER: TalkBack / VoiceOver]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Localizar, a partir da página inicial, o edital mais recente publicado pelo campus e abrir o documento correspondente.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[PREENCHER: Sim/Não] — tempo: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[PREENCHER: resuma a experiência em 3 a 4 linhas]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[PREENCHER: Não conforme / A / AA / AAA]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Imagens sem texto alternativo → WCAG 1.1.1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Campos de formulário sem rótulo → WCAG 3.3.2 / 4.1.2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Hierarquia de cabeçalhos incorreta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regiões semânticas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Links com texto não descritivo → WCAG 2.4.4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→ WCAG 1.4.3 /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[Media] Foco de teclado não visível → WCAG 2.4.7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[Media] Ausência de link de salto → WCAG 2.4.1 (A)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