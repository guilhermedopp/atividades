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Noto Sans Bold" charset="1" panose="020B0802040504020204"/>
      <p:regular r:id="rId20"/>
    </p:embeddedFont>
    <p:embeddedFont>
      <p:font typeface="Noto Sans" charset="1" panose="020B0502040504020204"/>
      <p:regular r:id="rId21"/>
    </p:embeddedFont>
    <p:embeddedFont>
      <p:font typeface="DejaVu Sans Light" charset="1" panose="020B06030308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7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15" Target="../media/image50.png" Type="http://schemas.openxmlformats.org/officeDocument/2006/relationships/image"/><Relationship Id="rId16" Target="../media/image51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jpe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svg" Type="http://schemas.openxmlformats.org/officeDocument/2006/relationships/image"/><Relationship Id="rId12" Target="../media/image77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jpe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14" Target="../media/image94.png" Type="http://schemas.openxmlformats.org/officeDocument/2006/relationships/image"/><Relationship Id="rId15" Target="../media/image95.svg" Type="http://schemas.openxmlformats.org/officeDocument/2006/relationships/image"/><Relationship Id="rId16" Target="../media/image96.png" Type="http://schemas.openxmlformats.org/officeDocument/2006/relationships/image"/><Relationship Id="rId17" Target="../media/image97.svg" Type="http://schemas.openxmlformats.org/officeDocument/2006/relationships/image"/><Relationship Id="rId18" Target="../media/image98.png" Type="http://schemas.openxmlformats.org/officeDocument/2006/relationships/image"/><Relationship Id="rId19" Target="../media/image99.svg" Type="http://schemas.openxmlformats.org/officeDocument/2006/relationships/image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86.png" Type="http://schemas.openxmlformats.org/officeDocument/2006/relationships/image"/><Relationship Id="rId5" Target="../media/image87.svg" Type="http://schemas.openxmlformats.org/officeDocument/2006/relationships/image"/><Relationship Id="rId6" Target="../media/image88.png" Type="http://schemas.openxmlformats.org/officeDocument/2006/relationships/image"/><Relationship Id="rId7" Target="../media/image89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2.png" Type="http://schemas.openxmlformats.org/officeDocument/2006/relationships/image"/><Relationship Id="rId5" Target="../media/image103.svg" Type="http://schemas.openxmlformats.org/officeDocument/2006/relationships/image"/><Relationship Id="rId6" Target="../media/image10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5.png" Type="http://schemas.openxmlformats.org/officeDocument/2006/relationships/image"/><Relationship Id="rId15" Target="../media/image1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9.png" Type="http://schemas.openxmlformats.org/officeDocument/2006/relationships/image"/><Relationship Id="rId7" Target="../media/image110.svg" Type="http://schemas.openxmlformats.org/officeDocument/2006/relationships/image"/><Relationship Id="rId8" Target="../media/image111.png" Type="http://schemas.openxmlformats.org/officeDocument/2006/relationships/image"/><Relationship Id="rId9" Target="../media/image1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984552"/>
            <a:ext cx="12318759" cy="7905702"/>
          </a:xfrm>
          <a:custGeom>
            <a:avLst/>
            <a:gdLst/>
            <a:ahLst/>
            <a:cxnLst/>
            <a:rect r="r" b="b" t="t" l="l"/>
            <a:pathLst>
              <a:path h="7905702" w="12318759">
                <a:moveTo>
                  <a:pt x="0" y="0"/>
                </a:moveTo>
                <a:lnTo>
                  <a:pt x="12318759" y="0"/>
                </a:lnTo>
                <a:lnTo>
                  <a:pt x="12318759" y="7905703"/>
                </a:lnTo>
                <a:lnTo>
                  <a:pt x="0" y="7905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8203" y="4722485"/>
            <a:ext cx="77544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7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AUDITORIA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8801" y="1417320"/>
            <a:ext cx="2729436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PROJETO · INTERAÇÃO HUMANO-COMPUTADOR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199" y="1966370"/>
            <a:ext cx="4073709" cy="102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054" y="3299136"/>
            <a:ext cx="57283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563" y="3299136"/>
            <a:ext cx="481601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WCAG2.1 · PortaldoIFAL—CampusMaceió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563" y="3978412"/>
            <a:ext cx="4661983" cy="53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· Kelven Eduardo Terto dos Santos</a:t>
            </a:r>
          </a:p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Bacharelado em Sistemas de Informação ·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32" y="1487319"/>
            <a:ext cx="394383" cy="511731"/>
          </a:xfrm>
          <a:custGeom>
            <a:avLst/>
            <a:gdLst/>
            <a:ahLst/>
            <a:cxnLst/>
            <a:rect r="r" b="b" t="t" l="l"/>
            <a:pathLst>
              <a:path h="511731" w="394383">
                <a:moveTo>
                  <a:pt x="0" y="0"/>
                </a:moveTo>
                <a:lnTo>
                  <a:pt x="394383" y="0"/>
                </a:lnTo>
                <a:lnTo>
                  <a:pt x="394383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54" y="2081679"/>
            <a:ext cx="394735" cy="512083"/>
          </a:xfrm>
          <a:custGeom>
            <a:avLst/>
            <a:gdLst/>
            <a:ahLst/>
            <a:cxnLst/>
            <a:rect r="r" b="b" t="t" l="l"/>
            <a:pathLst>
              <a:path h="512083" w="394735">
                <a:moveTo>
                  <a:pt x="0" y="0"/>
                </a:moveTo>
                <a:lnTo>
                  <a:pt x="394735" y="0"/>
                </a:lnTo>
                <a:lnTo>
                  <a:pt x="394735" y="512083"/>
                </a:lnTo>
                <a:lnTo>
                  <a:pt x="0" y="512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965" y="1685925"/>
            <a:ext cx="3960914" cy="4208678"/>
          </a:xfrm>
          <a:custGeom>
            <a:avLst/>
            <a:gdLst/>
            <a:ahLst/>
            <a:cxnLst/>
            <a:rect r="r" b="b" t="t" l="l"/>
            <a:pathLst>
              <a:path h="4208678" w="3960914">
                <a:moveTo>
                  <a:pt x="0" y="0"/>
                </a:moveTo>
                <a:lnTo>
                  <a:pt x="3960914" y="0"/>
                </a:lnTo>
                <a:lnTo>
                  <a:pt x="3960914" y="4208678"/>
                </a:lnTo>
                <a:lnTo>
                  <a:pt x="0" y="4208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82602" y="5653840"/>
            <a:ext cx="7043318" cy="450647"/>
          </a:xfrm>
          <a:custGeom>
            <a:avLst/>
            <a:gdLst/>
            <a:ahLst/>
            <a:cxnLst/>
            <a:rect r="r" b="b" t="t" l="l"/>
            <a:pathLst>
              <a:path h="450647" w="7043318">
                <a:moveTo>
                  <a:pt x="0" y="0"/>
                </a:moveTo>
                <a:lnTo>
                  <a:pt x="7043318" y="0"/>
                </a:lnTo>
                <a:lnTo>
                  <a:pt x="7043318" y="450647"/>
                </a:lnTo>
                <a:lnTo>
                  <a:pt x="0" y="4506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2411" y="1685363"/>
            <a:ext cx="7043509" cy="1877149"/>
          </a:xfrm>
          <a:custGeom>
            <a:avLst/>
            <a:gdLst/>
            <a:ahLst/>
            <a:cxnLst/>
            <a:rect r="r" b="b" t="t" l="l"/>
            <a:pathLst>
              <a:path h="1877149" w="7043509">
                <a:moveTo>
                  <a:pt x="0" y="0"/>
                </a:moveTo>
                <a:lnTo>
                  <a:pt x="7043509" y="0"/>
                </a:lnTo>
                <a:lnTo>
                  <a:pt x="7043509" y="1877149"/>
                </a:lnTo>
                <a:lnTo>
                  <a:pt x="0" y="18771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2411" y="3660334"/>
            <a:ext cx="7043509" cy="1877149"/>
          </a:xfrm>
          <a:custGeom>
            <a:avLst/>
            <a:gdLst/>
            <a:ahLst/>
            <a:cxnLst/>
            <a:rect r="r" b="b" t="t" l="l"/>
            <a:pathLst>
              <a:path h="1877149" w="7043509">
                <a:moveTo>
                  <a:pt x="0" y="0"/>
                </a:moveTo>
                <a:lnTo>
                  <a:pt x="7043509" y="0"/>
                </a:lnTo>
                <a:lnTo>
                  <a:pt x="7043509" y="1877149"/>
                </a:lnTo>
                <a:lnTo>
                  <a:pt x="0" y="18771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315859"/>
            <a:ext cx="5756024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5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CONTEXTO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 que acessibilidade importa?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364" y="2281161"/>
            <a:ext cx="2414940" cy="52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14,4 milhões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9641" y="3048190"/>
            <a:ext cx="40386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247" y="3067240"/>
            <a:ext cx="2148230" cy="3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debrasileiros com deficiência (Censo IBGE 2022)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605" y="4256322"/>
            <a:ext cx="2524754" cy="3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Acessibilidade também melhora</a:t>
            </a:r>
          </a:p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experiência de qualquer usuário.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00952" y="2237623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00952" y="421257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12080" y="2178539"/>
            <a:ext cx="2089109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Decreto nº 5.296/2004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12080" y="4100170"/>
            <a:ext cx="2576274" cy="4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 Brasileira de Inclusão (Lei nº 13.146/2015, art. 63)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9154" y="2258282"/>
            <a:ext cx="2070392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Portais da administração pública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03317" y="4233596"/>
            <a:ext cx="894378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Sites em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98755" y="5803935"/>
            <a:ext cx="2431266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Legendas · contraste · navegação por teclado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5626" y="5803935"/>
            <a:ext cx="2786463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 benefícios que vão além do público com deficiência.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87005" y="5825671"/>
            <a:ext cx="94355" cy="15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8DE8F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758810"/>
            <a:ext cx="2681745" cy="3267113"/>
          </a:xfrm>
          <a:custGeom>
            <a:avLst/>
            <a:gdLst/>
            <a:ahLst/>
            <a:cxnLst/>
            <a:rect r="r" b="b" t="t" l="l"/>
            <a:pathLst>
              <a:path h="3267113" w="2681745">
                <a:moveTo>
                  <a:pt x="0" y="0"/>
                </a:moveTo>
                <a:lnTo>
                  <a:pt x="2681745" y="0"/>
                </a:lnTo>
                <a:lnTo>
                  <a:pt x="2681745" y="3267113"/>
                </a:lnTo>
                <a:lnTo>
                  <a:pt x="0" y="3267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1459" y="1758810"/>
            <a:ext cx="2681745" cy="3267113"/>
          </a:xfrm>
          <a:custGeom>
            <a:avLst/>
            <a:gdLst/>
            <a:ahLst/>
            <a:cxnLst/>
            <a:rect r="r" b="b" t="t" l="l"/>
            <a:pathLst>
              <a:path h="3267113" w="2681745">
                <a:moveTo>
                  <a:pt x="0" y="0"/>
                </a:moveTo>
                <a:lnTo>
                  <a:pt x="2681744" y="0"/>
                </a:lnTo>
                <a:lnTo>
                  <a:pt x="2681744" y="3267113"/>
                </a:lnTo>
                <a:lnTo>
                  <a:pt x="0" y="326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03074" y="5251714"/>
            <a:ext cx="2791358" cy="450647"/>
          </a:xfrm>
          <a:custGeom>
            <a:avLst/>
            <a:gdLst/>
            <a:ahLst/>
            <a:cxnLst/>
            <a:rect r="r" b="b" t="t" l="l"/>
            <a:pathLst>
              <a:path h="450647" w="2791358">
                <a:moveTo>
                  <a:pt x="0" y="0"/>
                </a:moveTo>
                <a:lnTo>
                  <a:pt x="2791358" y="0"/>
                </a:lnTo>
                <a:lnTo>
                  <a:pt x="2791358" y="450646"/>
                </a:lnTo>
                <a:lnTo>
                  <a:pt x="0" y="450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94091" y="1758810"/>
            <a:ext cx="2681745" cy="3267113"/>
          </a:xfrm>
          <a:custGeom>
            <a:avLst/>
            <a:gdLst/>
            <a:ahLst/>
            <a:cxnLst/>
            <a:rect r="r" b="b" t="t" l="l"/>
            <a:pathLst>
              <a:path h="3267113" w="2681745">
                <a:moveTo>
                  <a:pt x="0" y="0"/>
                </a:moveTo>
                <a:lnTo>
                  <a:pt x="2681745" y="0"/>
                </a:lnTo>
                <a:lnTo>
                  <a:pt x="2681745" y="3267113"/>
                </a:lnTo>
                <a:lnTo>
                  <a:pt x="0" y="32671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7096" y="1487319"/>
            <a:ext cx="2681745" cy="3538604"/>
          </a:xfrm>
          <a:custGeom>
            <a:avLst/>
            <a:gdLst/>
            <a:ahLst/>
            <a:cxnLst/>
            <a:rect r="r" b="b" t="t" l="l"/>
            <a:pathLst>
              <a:path h="3538604" w="2681745">
                <a:moveTo>
                  <a:pt x="0" y="0"/>
                </a:moveTo>
                <a:lnTo>
                  <a:pt x="2681744" y="0"/>
                </a:lnTo>
                <a:lnTo>
                  <a:pt x="2681744" y="3538604"/>
                </a:lnTo>
                <a:lnTo>
                  <a:pt x="0" y="35386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47598" y="5385959"/>
            <a:ext cx="112539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NÍVEIS: A · AA · AAA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315859"/>
            <a:ext cx="429869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5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· FUNDAMENTO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em uma visão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198" y="3283610"/>
            <a:ext cx="1018223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8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PERCEPTÍVEL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92006" y="3283610"/>
            <a:ext cx="79539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4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OPERÁVEL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3360" y="3283610"/>
            <a:ext cx="1307001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COMPREENSÍVEL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22113" y="3283610"/>
            <a:ext cx="745112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6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ROBUSTO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1566" y="2366020"/>
            <a:ext cx="138360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96206" y="2366020"/>
            <a:ext cx="175374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6479" y="2366020"/>
            <a:ext cx="14034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16607" y="2366020"/>
            <a:ext cx="145409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558" y="3908746"/>
            <a:ext cx="200881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informação precisa chegar aos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6232" y="4060307"/>
            <a:ext cx="123124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sentidos do usuário.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39404" y="3937321"/>
            <a:ext cx="1948472" cy="30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interface precisa ser utilizável por qualquer forma de entrada.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10048" y="3908746"/>
            <a:ext cx="192170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Conteúdo e operação precisam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02157" y="4060307"/>
            <a:ext cx="88373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ser previsíveis.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46841" y="3908746"/>
            <a:ext cx="1954635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código precisa funcionar com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3391" y="4060307"/>
            <a:ext cx="1336481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tecnologias assistivas.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58720" y="5847121"/>
            <a:ext cx="390750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No Brasil, o eMAG 3.1 adapta as WCAG ao governo eletrônico.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645" y="1694917"/>
            <a:ext cx="4025798" cy="4482998"/>
          </a:xfrm>
          <a:custGeom>
            <a:avLst/>
            <a:gdLst/>
            <a:ahLst/>
            <a:cxnLst/>
            <a:rect r="r" b="b" t="t" l="l"/>
            <a:pathLst>
              <a:path h="4482998" w="4025798">
                <a:moveTo>
                  <a:pt x="0" y="0"/>
                </a:moveTo>
                <a:lnTo>
                  <a:pt x="4025798" y="0"/>
                </a:lnTo>
                <a:lnTo>
                  <a:pt x="4025798" y="4482998"/>
                </a:lnTo>
                <a:lnTo>
                  <a:pt x="0" y="44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57623" y="5462130"/>
            <a:ext cx="6476495" cy="670065"/>
          </a:xfrm>
          <a:custGeom>
            <a:avLst/>
            <a:gdLst/>
            <a:ahLst/>
            <a:cxnLst/>
            <a:rect r="r" b="b" t="t" l="l"/>
            <a:pathLst>
              <a:path h="670065" w="6476495">
                <a:moveTo>
                  <a:pt x="0" y="0"/>
                </a:moveTo>
                <a:lnTo>
                  <a:pt x="6476495" y="0"/>
                </a:lnTo>
                <a:lnTo>
                  <a:pt x="6476495" y="670065"/>
                </a:lnTo>
                <a:lnTo>
                  <a:pt x="0" y="670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6325" y="4922682"/>
            <a:ext cx="523713" cy="523713"/>
          </a:xfrm>
          <a:custGeom>
            <a:avLst/>
            <a:gdLst/>
            <a:ahLst/>
            <a:cxnLst/>
            <a:rect r="r" b="b" t="t" l="l"/>
            <a:pathLst>
              <a:path h="523713" w="523713">
                <a:moveTo>
                  <a:pt x="0" y="0"/>
                </a:moveTo>
                <a:lnTo>
                  <a:pt x="523713" y="0"/>
                </a:lnTo>
                <a:lnTo>
                  <a:pt x="523713" y="523713"/>
                </a:lnTo>
                <a:lnTo>
                  <a:pt x="0" y="52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86325" y="2801560"/>
            <a:ext cx="523713" cy="1056713"/>
          </a:xfrm>
          <a:custGeom>
            <a:avLst/>
            <a:gdLst/>
            <a:ahLst/>
            <a:cxnLst/>
            <a:rect r="r" b="b" t="t" l="l"/>
            <a:pathLst>
              <a:path h="1056713" w="523713">
                <a:moveTo>
                  <a:pt x="0" y="0"/>
                </a:moveTo>
                <a:lnTo>
                  <a:pt x="523713" y="0"/>
                </a:lnTo>
                <a:lnTo>
                  <a:pt x="523713" y="1056713"/>
                </a:lnTo>
                <a:lnTo>
                  <a:pt x="0" y="1056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86325" y="3862121"/>
            <a:ext cx="523713" cy="1056713"/>
          </a:xfrm>
          <a:custGeom>
            <a:avLst/>
            <a:gdLst/>
            <a:ahLst/>
            <a:cxnLst/>
            <a:rect r="r" b="b" t="t" l="l"/>
            <a:pathLst>
              <a:path h="1056713" w="523713">
                <a:moveTo>
                  <a:pt x="0" y="0"/>
                </a:moveTo>
                <a:lnTo>
                  <a:pt x="523713" y="0"/>
                </a:lnTo>
                <a:lnTo>
                  <a:pt x="523713" y="1056713"/>
                </a:lnTo>
                <a:lnTo>
                  <a:pt x="0" y="10567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86325" y="1740637"/>
            <a:ext cx="523713" cy="1056713"/>
          </a:xfrm>
          <a:custGeom>
            <a:avLst/>
            <a:gdLst/>
            <a:ahLst/>
            <a:cxnLst/>
            <a:rect r="r" b="b" t="t" l="l"/>
            <a:pathLst>
              <a:path h="1056713" w="523713">
                <a:moveTo>
                  <a:pt x="0" y="0"/>
                </a:moveTo>
                <a:lnTo>
                  <a:pt x="523713" y="0"/>
                </a:lnTo>
                <a:lnTo>
                  <a:pt x="523713" y="1056713"/>
                </a:lnTo>
                <a:lnTo>
                  <a:pt x="0" y="10567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035" y="2139839"/>
            <a:ext cx="87155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SITE AVALIADO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315859"/>
            <a:ext cx="4830547" cy="14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· ESCOPO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foi avaliado e como?</a:t>
            </a:r>
          </a:p>
          <a:p>
            <a:pPr algn="l">
              <a:lnSpc>
                <a:spcPts val="274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59768" y="2610945"/>
            <a:ext cx="3297117" cy="119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Portal do Instituto Federal de Alagoas</a:t>
            </a:r>
          </a:p>
          <a:p>
            <a:pPr algn="l">
              <a:lnSpc>
                <a:spcPts val="2044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— Campus Maceió</a:t>
            </a:r>
          </a:p>
          <a:p>
            <a:pPr algn="l">
              <a:lnSpc>
                <a:spcPts val="1202"/>
              </a:lnSpc>
            </a:pPr>
            <a:r>
              <a:rPr lang="en-US" sz="1000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www2.ifal.edu.br/campus/maceio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12001" y="188085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12001" y="294177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2001" y="4002338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12001" y="506326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120" y="4424734"/>
            <a:ext cx="3202800" cy="63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Escolhido por ser um sítio público de escopo reduzido, com navegação simples, e por estar sujeito ao Decreto nº 5.296/2004, à LBI e ao eMAG 3.1.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3800" y="1769050"/>
            <a:ext cx="129272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Checklist de 15 itens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3800" y="2829973"/>
            <a:ext cx="1328176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WAVE · ASES · Python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43800" y="3890524"/>
            <a:ext cx="1990916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Reflow · foco · toque · contraste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3800" y="4951085"/>
            <a:ext cx="211019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Tarefa completa sem apoio visual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0759" y="4888240"/>
            <a:ext cx="1338415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Teste com leitor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40759" y="1705832"/>
            <a:ext cx="1440380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Inspeção manual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40759" y="3827316"/>
            <a:ext cx="1484376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Simulação mobile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40759" y="2766755"/>
            <a:ext cx="1819780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automática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81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945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4811" y="3660686"/>
            <a:ext cx="5397589" cy="2279637"/>
          </a:xfrm>
          <a:custGeom>
            <a:avLst/>
            <a:gdLst/>
            <a:ahLst/>
            <a:cxnLst/>
            <a:rect r="r" b="b" t="t" l="l"/>
            <a:pathLst>
              <a:path h="2279637" w="5397589">
                <a:moveTo>
                  <a:pt x="0" y="0"/>
                </a:moveTo>
                <a:lnTo>
                  <a:pt x="5397589" y="0"/>
                </a:lnTo>
                <a:lnTo>
                  <a:pt x="5397589" y="2279637"/>
                </a:lnTo>
                <a:lnTo>
                  <a:pt x="0" y="2279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9409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28731" y="1712738"/>
            <a:ext cx="2627024" cy="1264425"/>
          </a:xfrm>
          <a:custGeom>
            <a:avLst/>
            <a:gdLst/>
            <a:ahLst/>
            <a:cxnLst/>
            <a:rect r="r" b="b" t="t" l="l"/>
            <a:pathLst>
              <a:path h="1264425" w="2627024">
                <a:moveTo>
                  <a:pt x="0" y="0"/>
                </a:moveTo>
                <a:lnTo>
                  <a:pt x="2627024" y="0"/>
                </a:lnTo>
                <a:lnTo>
                  <a:pt x="2627024" y="1264425"/>
                </a:lnTo>
                <a:lnTo>
                  <a:pt x="0" y="1264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0040" y="3112237"/>
            <a:ext cx="8231686" cy="340490"/>
          </a:xfrm>
          <a:custGeom>
            <a:avLst/>
            <a:gdLst/>
            <a:ahLst/>
            <a:cxnLst/>
            <a:rect r="r" b="b" t="t" l="l"/>
            <a:pathLst>
              <a:path h="340490" w="8231686">
                <a:moveTo>
                  <a:pt x="0" y="0"/>
                </a:moveTo>
                <a:lnTo>
                  <a:pt x="8231686" y="0"/>
                </a:lnTo>
                <a:lnTo>
                  <a:pt x="8231686" y="340490"/>
                </a:lnTo>
                <a:lnTo>
                  <a:pt x="0" y="3404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9380" y="3660686"/>
            <a:ext cx="5397579" cy="2279637"/>
          </a:xfrm>
          <a:custGeom>
            <a:avLst/>
            <a:gdLst/>
            <a:ahLst/>
            <a:cxnLst/>
            <a:rect r="r" b="b" t="t" l="l"/>
            <a:pathLst>
              <a:path h="2279637" w="5397579">
                <a:moveTo>
                  <a:pt x="0" y="0"/>
                </a:moveTo>
                <a:lnTo>
                  <a:pt x="5397579" y="0"/>
                </a:lnTo>
                <a:lnTo>
                  <a:pt x="5397579" y="2279637"/>
                </a:lnTo>
                <a:lnTo>
                  <a:pt x="0" y="22796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315859"/>
            <a:ext cx="4534872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visão geral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6116" y="2067535"/>
            <a:ext cx="706069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70756" y="2067535"/>
            <a:ext cx="484680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05396" y="2067535"/>
            <a:ext cx="1016079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40036" y="2067535"/>
            <a:ext cx="959806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967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431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895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63599" y="1979143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8837" y="38288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837" y="439545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837" y="4962458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8837" y="5529463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2803" y="3180102"/>
            <a:ext cx="1147372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itens avaliados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93396" y="38288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93396" y="4395454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93396" y="4962458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93396" y="5529463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7163" y="4972926"/>
            <a:ext cx="1412805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Contraste mínimo de cores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7163" y="4405922"/>
            <a:ext cx="1466879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Idioma da página declarado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7163" y="3839280"/>
            <a:ext cx="1551213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Texto alternativo em imagens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7163" y="5539930"/>
            <a:ext cx="2056343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Redimensionamento de texto até 200%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1713" y="3839280"/>
            <a:ext cx="1326013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Hierarquia de cabeçalhos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21713" y="4405922"/>
            <a:ext cx="138143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Título de página descritivo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21713" y="5539930"/>
            <a:ext cx="1723777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Navegação completa por teclado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21713" y="4972926"/>
            <a:ext cx="2546118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Cor não é o único meio de transmitir informação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58356" y="3873532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58356" y="5574525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83832" y="4440517"/>
            <a:ext cx="48383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79438" y="5007521"/>
            <a:ext cx="69664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98039" y="4440517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98039" y="5574525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93645" y="3873532"/>
            <a:ext cx="69663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3645" y="5007521"/>
            <a:ext cx="69663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921558" y="6217148"/>
            <a:ext cx="2344112" cy="14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Continuação dos itens 9–15 no próximo slide.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542" y="6202651"/>
            <a:ext cx="10838259" cy="331661"/>
          </a:xfrm>
          <a:custGeom>
            <a:avLst/>
            <a:gdLst/>
            <a:ahLst/>
            <a:cxnLst/>
            <a:rect r="r" b="b" t="t" l="l"/>
            <a:pathLst>
              <a:path h="331661" w="10838259">
                <a:moveTo>
                  <a:pt x="0" y="0"/>
                </a:moveTo>
                <a:lnTo>
                  <a:pt x="10838259" y="0"/>
                </a:lnTo>
                <a:lnTo>
                  <a:pt x="10838259" y="331661"/>
                </a:lnTo>
                <a:lnTo>
                  <a:pt x="0" y="331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9542" y="1703727"/>
            <a:ext cx="10838259" cy="4382386"/>
          </a:xfrm>
          <a:custGeom>
            <a:avLst/>
            <a:gdLst/>
            <a:ahLst/>
            <a:cxnLst/>
            <a:rect r="r" b="b" t="t" l="l"/>
            <a:pathLst>
              <a:path h="4382386" w="10838259">
                <a:moveTo>
                  <a:pt x="0" y="0"/>
                </a:moveTo>
                <a:lnTo>
                  <a:pt x="10838259" y="0"/>
                </a:lnTo>
                <a:lnTo>
                  <a:pt x="10838259" y="4382386"/>
                </a:lnTo>
                <a:lnTo>
                  <a:pt x="0" y="4382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633" y="315859"/>
            <a:ext cx="488444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continuação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641" y="190858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636" y="2530297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636" y="3152023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636" y="377373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636" y="4395454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636" y="5017541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2636" y="5639257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1404" y="1943186"/>
            <a:ext cx="1632623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Indicador de foco visível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404" y="4430430"/>
            <a:ext cx="176832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Links com texto descritivo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404" y="5052146"/>
            <a:ext cx="2511533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Controle de conteúdo em movimento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404" y="2565273"/>
            <a:ext cx="252972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 para pular ao conteúdo principal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1404" y="5674233"/>
            <a:ext cx="2626081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Estrutura semântica e marcação válida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1404" y="3186989"/>
            <a:ext cx="3059735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Rótulos associados aos campos de formulário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1404" y="3808714"/>
            <a:ext cx="3055830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Identificação e sugestão de correção de erros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79918" y="1944824"/>
            <a:ext cx="497195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2.4.7 (AA)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09639" y="3809990"/>
            <a:ext cx="670893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3.3.1 (A / AA)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1203" y="2566540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2.4.1 (A)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51203" y="3188275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3.3.2 (A)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51203" y="4432068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2.4.4 (A)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51203" y="5053784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 (A)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51203" y="5675500"/>
            <a:ext cx="424920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(A)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94872" y="1953292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94872" y="4440517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94872" y="5683968"/>
            <a:ext cx="33192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20367" y="2575008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0367" y="3197085"/>
            <a:ext cx="483822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15954" y="5062252"/>
            <a:ext cx="69663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3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35042" y="3818801"/>
            <a:ext cx="65830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2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685363"/>
            <a:ext cx="3843109" cy="4346029"/>
          </a:xfrm>
          <a:custGeom>
            <a:avLst/>
            <a:gdLst/>
            <a:ahLst/>
            <a:cxnLst/>
            <a:rect r="r" b="b" t="t" l="l"/>
            <a:pathLst>
              <a:path h="4346029" w="3843109">
                <a:moveTo>
                  <a:pt x="0" y="0"/>
                </a:moveTo>
                <a:lnTo>
                  <a:pt x="3843109" y="0"/>
                </a:lnTo>
                <a:lnTo>
                  <a:pt x="3843109" y="4346029"/>
                </a:lnTo>
                <a:lnTo>
                  <a:pt x="0" y="4346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93098" y="3907298"/>
            <a:ext cx="6997789" cy="2124104"/>
          </a:xfrm>
          <a:custGeom>
            <a:avLst/>
            <a:gdLst/>
            <a:ahLst/>
            <a:cxnLst/>
            <a:rect r="r" b="b" t="t" l="l"/>
            <a:pathLst>
              <a:path h="2124104" w="6997789">
                <a:moveTo>
                  <a:pt x="0" y="0"/>
                </a:moveTo>
                <a:lnTo>
                  <a:pt x="6997789" y="0"/>
                </a:lnTo>
                <a:lnTo>
                  <a:pt x="6997789" y="2124103"/>
                </a:lnTo>
                <a:lnTo>
                  <a:pt x="0" y="2124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93098" y="1685734"/>
            <a:ext cx="6997789" cy="2133105"/>
          </a:xfrm>
          <a:custGeom>
            <a:avLst/>
            <a:gdLst/>
            <a:ahLst/>
            <a:cxnLst/>
            <a:rect r="r" b="b" t="t" l="l"/>
            <a:pathLst>
              <a:path h="2133105" w="6997789">
                <a:moveTo>
                  <a:pt x="0" y="0"/>
                </a:moveTo>
                <a:lnTo>
                  <a:pt x="6997789" y="0"/>
                </a:lnTo>
                <a:lnTo>
                  <a:pt x="6997789" y="2133105"/>
                </a:lnTo>
                <a:lnTo>
                  <a:pt x="0" y="2133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0471" y="4224604"/>
            <a:ext cx="1325775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axe-core 4.10.2 · Deque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17119" y="4316044"/>
            <a:ext cx="144651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LIMITAÇÃO IMPORTANTE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8742140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4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· AUTOMAÇÃO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os avaliadores automáticos encontraram?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5753" y="4741974"/>
            <a:ext cx="3199267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WAVE e ASES exigem execução no navegador.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286" y="2131647"/>
            <a:ext cx="333537" cy="79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b="true" sz="4501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156" y="2998013"/>
            <a:ext cx="1657636" cy="80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violações diretas de critério WCAG A/AA</a:t>
            </a:r>
          </a:p>
          <a:p>
            <a:pPr algn="ctr">
              <a:lnSpc>
                <a:spcPts val="1139"/>
              </a:lnSpc>
            </a:pPr>
            <a:r>
              <a:rPr lang="en-US" sz="94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nas 3 páginas analisadas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6245" y="4970469"/>
            <a:ext cx="3150832" cy="17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Motor usado por extensões como WAVE e Lighthouse.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4117" y="2051342"/>
            <a:ext cx="2254320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Regras aprovadas por página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16359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1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7040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2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083" y="2518067"/>
            <a:ext cx="472678" cy="75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5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3</a:t>
            </a:r>
          </a:p>
          <a:p>
            <a:pPr algn="ctr">
              <a:lnSpc>
                <a:spcPts val="3942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8102" y="1667370"/>
            <a:ext cx="6814899" cy="4510545"/>
          </a:xfrm>
          <a:custGeom>
            <a:avLst/>
            <a:gdLst/>
            <a:ahLst/>
            <a:cxnLst/>
            <a:rect r="r" b="b" t="t" l="l"/>
            <a:pathLst>
              <a:path h="4510545" w="6814899">
                <a:moveTo>
                  <a:pt x="0" y="0"/>
                </a:moveTo>
                <a:lnTo>
                  <a:pt x="6814899" y="0"/>
                </a:lnTo>
                <a:lnTo>
                  <a:pt x="6814899" y="4510545"/>
                </a:lnTo>
                <a:lnTo>
                  <a:pt x="0" y="4510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2764" y="2414178"/>
            <a:ext cx="6144463" cy="2495864"/>
            <a:chOff x="0" y="0"/>
            <a:chExt cx="8192618" cy="3327819"/>
          </a:xfrm>
        </p:grpSpPr>
        <p:sp>
          <p:nvSpPr>
            <p:cNvPr name="Freeform 5" id="5" descr="/mnt/data/original_render/p12.png"/>
            <p:cNvSpPr/>
            <p:nvPr/>
          </p:nvSpPr>
          <p:spPr>
            <a:xfrm flipH="false" flipV="false" rot="0">
              <a:off x="0" y="0"/>
              <a:ext cx="8192643" cy="3327781"/>
            </a:xfrm>
            <a:custGeom>
              <a:avLst/>
              <a:gdLst/>
              <a:ahLst/>
              <a:cxnLst/>
              <a:rect r="r" b="b" t="t" l="l"/>
              <a:pathLst>
                <a:path h="3327781" w="8192643">
                  <a:moveTo>
                    <a:pt x="0" y="0"/>
                  </a:moveTo>
                  <a:lnTo>
                    <a:pt x="8192643" y="0"/>
                  </a:lnTo>
                  <a:lnTo>
                    <a:pt x="8192643" y="3327781"/>
                  </a:lnTo>
                  <a:lnTo>
                    <a:pt x="0" y="3327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228" r="0" b="-1919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32764" y="5101923"/>
            <a:ext cx="6144473" cy="612353"/>
          </a:xfrm>
          <a:custGeom>
            <a:avLst/>
            <a:gdLst/>
            <a:ahLst/>
            <a:cxnLst/>
            <a:rect r="r" b="b" t="t" l="l"/>
            <a:pathLst>
              <a:path h="612353" w="6144473">
                <a:moveTo>
                  <a:pt x="0" y="0"/>
                </a:moveTo>
                <a:lnTo>
                  <a:pt x="6144473" y="0"/>
                </a:lnTo>
                <a:lnTo>
                  <a:pt x="6144473" y="612353"/>
                </a:lnTo>
                <a:lnTo>
                  <a:pt x="0" y="6123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38085" y="1667561"/>
            <a:ext cx="4025798" cy="4510354"/>
          </a:xfrm>
          <a:custGeom>
            <a:avLst/>
            <a:gdLst/>
            <a:ahLst/>
            <a:cxnLst/>
            <a:rect r="r" b="b" t="t" l="l"/>
            <a:pathLst>
              <a:path h="4510354" w="4025798">
                <a:moveTo>
                  <a:pt x="0" y="0"/>
                </a:moveTo>
                <a:lnTo>
                  <a:pt x="4025798" y="0"/>
                </a:lnTo>
                <a:lnTo>
                  <a:pt x="4025798" y="4510354"/>
                </a:lnTo>
                <a:lnTo>
                  <a:pt x="0" y="45103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6449597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· ACHADOS CRÍTICOS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Onde estão as principais barreiras?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393" y="2057810"/>
            <a:ext cx="1525124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85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 ROTATIVO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8561" y="2057810"/>
            <a:ext cx="1658760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MEDIDO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1235" y="5241446"/>
            <a:ext cx="5751014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22×20 px · contraste 1,66:1 · slide ativo identificado apenas pela cor · troca a cada 4 s · sem botão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2838" y="5382216"/>
            <a:ext cx="535857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 pausa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18561" y="2449706"/>
            <a:ext cx="681152" cy="279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b="true" sz="1838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 </a:t>
            </a:r>
          </a:p>
          <a:p>
            <a:pPr algn="l">
              <a:lnSpc>
                <a:spcPts val="4596"/>
              </a:lnSpc>
            </a:pPr>
            <a:r>
              <a:rPr lang="en-US" b="true" sz="1838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3,0:1 </a:t>
            </a:r>
            <a:r>
              <a:rPr lang="en-US" b="true" sz="1838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4,48:1 4,0:1</a:t>
            </a:r>
          </a:p>
          <a:p>
            <a:pPr algn="l">
              <a:lnSpc>
                <a:spcPts val="4596"/>
              </a:lnSpc>
            </a:pPr>
            <a:r>
              <a:rPr lang="en-US" b="true" sz="1838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1,56:1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0963" y="3824297"/>
            <a:ext cx="1042940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“Voltar para o topo”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0963" y="3248282"/>
            <a:ext cx="1047340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do slide 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0963" y="4976651"/>
            <a:ext cx="1326556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sobre fundo branco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50963" y="4400645"/>
            <a:ext cx="1367923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Barra do Governo Federal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0963" y="2672286"/>
            <a:ext cx="1662932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2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de navegação do banner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75603" y="5641219"/>
            <a:ext cx="2503075" cy="1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83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Exigência de contraste de texto: 4,5:1 · foco: 3,0:1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8645" y="1667208"/>
            <a:ext cx="4848758" cy="4583430"/>
          </a:xfrm>
          <a:custGeom>
            <a:avLst/>
            <a:gdLst/>
            <a:ahLst/>
            <a:cxnLst/>
            <a:rect r="r" b="b" t="t" l="l"/>
            <a:pathLst>
              <a:path h="4583430" w="4848758">
                <a:moveTo>
                  <a:pt x="0" y="0"/>
                </a:moveTo>
                <a:lnTo>
                  <a:pt x="4848758" y="0"/>
                </a:lnTo>
                <a:lnTo>
                  <a:pt x="4848758" y="4583430"/>
                </a:lnTo>
                <a:lnTo>
                  <a:pt x="0" y="4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33196" y="2670848"/>
            <a:ext cx="3931568" cy="2210400"/>
            <a:chOff x="0" y="0"/>
            <a:chExt cx="5242090" cy="2947200"/>
          </a:xfrm>
        </p:grpSpPr>
        <p:sp>
          <p:nvSpPr>
            <p:cNvPr name="Freeform 5" id="5" descr="/mnt/data/original_render/p13.png"/>
            <p:cNvSpPr/>
            <p:nvPr/>
          </p:nvSpPr>
          <p:spPr>
            <a:xfrm flipH="false" flipV="false" rot="0">
              <a:off x="0" y="0"/>
              <a:ext cx="5242052" cy="2947162"/>
            </a:xfrm>
            <a:custGeom>
              <a:avLst/>
              <a:gdLst/>
              <a:ahLst/>
              <a:cxnLst/>
              <a:rect r="r" b="b" t="t" l="l"/>
              <a:pathLst>
                <a:path h="2947162" w="5242052">
                  <a:moveTo>
                    <a:pt x="0" y="0"/>
                  </a:moveTo>
                  <a:lnTo>
                    <a:pt x="5242052" y="0"/>
                  </a:lnTo>
                  <a:lnTo>
                    <a:pt x="5242052" y="2947162"/>
                  </a:lnTo>
                  <a:lnTo>
                    <a:pt x="0" y="294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599481" y="1713281"/>
            <a:ext cx="5946038" cy="980923"/>
          </a:xfrm>
          <a:custGeom>
            <a:avLst/>
            <a:gdLst/>
            <a:ahLst/>
            <a:cxnLst/>
            <a:rect r="r" b="b" t="t" l="l"/>
            <a:pathLst>
              <a:path h="980923" w="5946038">
                <a:moveTo>
                  <a:pt x="0" y="0"/>
                </a:moveTo>
                <a:lnTo>
                  <a:pt x="5946038" y="0"/>
                </a:lnTo>
                <a:lnTo>
                  <a:pt x="5946038" y="980922"/>
                </a:lnTo>
                <a:lnTo>
                  <a:pt x="0" y="980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99481" y="2792197"/>
            <a:ext cx="5946038" cy="980923"/>
          </a:xfrm>
          <a:custGeom>
            <a:avLst/>
            <a:gdLst/>
            <a:ahLst/>
            <a:cxnLst/>
            <a:rect r="r" b="b" t="t" l="l"/>
            <a:pathLst>
              <a:path h="980923" w="5946038">
                <a:moveTo>
                  <a:pt x="0" y="0"/>
                </a:moveTo>
                <a:lnTo>
                  <a:pt x="5946038" y="0"/>
                </a:lnTo>
                <a:lnTo>
                  <a:pt x="5946038" y="980922"/>
                </a:lnTo>
                <a:lnTo>
                  <a:pt x="0" y="98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99481" y="3871122"/>
            <a:ext cx="5946038" cy="980913"/>
          </a:xfrm>
          <a:custGeom>
            <a:avLst/>
            <a:gdLst/>
            <a:ahLst/>
            <a:cxnLst/>
            <a:rect r="r" b="b" t="t" l="l"/>
            <a:pathLst>
              <a:path h="980913" w="5946038">
                <a:moveTo>
                  <a:pt x="0" y="0"/>
                </a:moveTo>
                <a:lnTo>
                  <a:pt x="5946038" y="0"/>
                </a:lnTo>
                <a:lnTo>
                  <a:pt x="5946038" y="980913"/>
                </a:lnTo>
                <a:lnTo>
                  <a:pt x="0" y="980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99481" y="4950400"/>
            <a:ext cx="5946038" cy="980923"/>
          </a:xfrm>
          <a:custGeom>
            <a:avLst/>
            <a:gdLst/>
            <a:ahLst/>
            <a:cxnLst/>
            <a:rect r="r" b="b" t="t" l="l"/>
            <a:pathLst>
              <a:path h="980923" w="5946038">
                <a:moveTo>
                  <a:pt x="0" y="0"/>
                </a:moveTo>
                <a:lnTo>
                  <a:pt x="5946038" y="0"/>
                </a:lnTo>
                <a:lnTo>
                  <a:pt x="5946038" y="980922"/>
                </a:lnTo>
                <a:lnTo>
                  <a:pt x="0" y="98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5762" y="6463008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315859"/>
            <a:ext cx="8583606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 · MOBILE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Quando a tela fica estreita, o problema aparece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006" y="5663594"/>
            <a:ext cx="1496463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330 px de conteúdo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3053" y="5690273"/>
            <a:ext cx="1571476" cy="1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1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em uma tela de 320 px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90367" y="5690273"/>
            <a:ext cx="1325314" cy="1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1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rolagem horizontal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52322" y="5671650"/>
            <a:ext cx="120253" cy="19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129">
                <a:solidFill>
                  <a:srgbClr val="A9C1C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43600" y="1961874"/>
            <a:ext cx="296580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43600" y="3040790"/>
            <a:ext cx="686752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 / 51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43600" y="4119715"/>
            <a:ext cx="370465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1:1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3600" y="5198993"/>
            <a:ext cx="1038549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412×915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69480" y="2052009"/>
            <a:ext cx="1080640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 &lt; 24×24 px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69480" y="4210202"/>
            <a:ext cx="156023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pior razão de contraste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9480" y="5289118"/>
            <a:ext cx="1902609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viewport do Pixel 7 emulado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9480" y="3131287"/>
            <a:ext cx="223491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trechos com contraste reprovado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645" y="1667208"/>
            <a:ext cx="5488838" cy="4583430"/>
          </a:xfrm>
          <a:custGeom>
            <a:avLst/>
            <a:gdLst/>
            <a:ahLst/>
            <a:cxnLst/>
            <a:rect r="r" b="b" t="t" l="l"/>
            <a:pathLst>
              <a:path h="4583430" w="5488838">
                <a:moveTo>
                  <a:pt x="0" y="0"/>
                </a:moveTo>
                <a:lnTo>
                  <a:pt x="5488838" y="0"/>
                </a:lnTo>
                <a:lnTo>
                  <a:pt x="5488838" y="4583430"/>
                </a:lnTo>
                <a:lnTo>
                  <a:pt x="0" y="4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21197" y="1667208"/>
            <a:ext cx="5342687" cy="4583430"/>
          </a:xfrm>
          <a:custGeom>
            <a:avLst/>
            <a:gdLst/>
            <a:ahLst/>
            <a:cxnLst/>
            <a:rect r="r" b="b" t="t" l="l"/>
            <a:pathLst>
              <a:path h="4583430" w="5342687">
                <a:moveTo>
                  <a:pt x="0" y="0"/>
                </a:moveTo>
                <a:lnTo>
                  <a:pt x="5342686" y="0"/>
                </a:lnTo>
                <a:lnTo>
                  <a:pt x="5342686" y="4583430"/>
                </a:lnTo>
                <a:lnTo>
                  <a:pt x="0" y="4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442" y="2094119"/>
            <a:ext cx="48750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VLIBRAS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1921" y="2094119"/>
            <a:ext cx="90319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LEITOR DE TELA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633" y="315859"/>
            <a:ext cx="628169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 · TECNOLOGIA ASSISTIVA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a avaliação manual revelou?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757" y="2585256"/>
            <a:ext cx="3275743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Presente em todas as páginas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757" y="3378546"/>
            <a:ext cx="4411189" cy="4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0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tradutor de Libras é injetado por barra.brasil.gov.br, não aparece no HTML entregue pelo servidor e passou fora das três frentes automatizadas.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757" y="4647467"/>
            <a:ext cx="112637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Ponto de atenção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8840" y="4659592"/>
            <a:ext cx="2997546" cy="29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"/>
              </a:lnSpc>
            </a:pPr>
            <a:r>
              <a:rPr lang="en-US" sz="92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A página de Acessibilidade do portal não menciona a presença do recurso.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2562301"/>
            <a:ext cx="3265846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Sequência de anúncios observada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0562" y="3264999"/>
            <a:ext cx="318783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1. lista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92557" y="454515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7. item de lista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9765" y="3905079"/>
            <a:ext cx="890445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4. região principal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63397" y="3264999"/>
            <a:ext cx="318783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2. lista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5401" y="454515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8. item de lista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33642" y="3905079"/>
            <a:ext cx="990200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5. rodapé da página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8245" y="390507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6. item de lista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38245" y="4545159"/>
            <a:ext cx="721719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9. item de lista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4486" y="3264999"/>
            <a:ext cx="1136856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3. cabeçalho da página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8274" y="1713281"/>
            <a:ext cx="10975610" cy="4885115"/>
          </a:xfrm>
          <a:custGeom>
            <a:avLst/>
            <a:gdLst/>
            <a:ahLst/>
            <a:cxnLst/>
            <a:rect r="r" b="b" t="t" l="l"/>
            <a:pathLst>
              <a:path h="4885115" w="10975610">
                <a:moveTo>
                  <a:pt x="0" y="0"/>
                </a:moveTo>
                <a:lnTo>
                  <a:pt x="10975609" y="0"/>
                </a:lnTo>
                <a:lnTo>
                  <a:pt x="10975609" y="4885115"/>
                </a:lnTo>
                <a:lnTo>
                  <a:pt x="0" y="4885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759" y="3058220"/>
            <a:ext cx="377726" cy="2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759" y="4264952"/>
            <a:ext cx="377726" cy="2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2.2.2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039" y="2148840"/>
            <a:ext cx="45796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5359" y="6282004"/>
            <a:ext cx="207927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RESULTADO: NÃO ATINGE O NÍVEL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94992" y="2148840"/>
            <a:ext cx="53853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315859"/>
            <a:ext cx="7125186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6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 · CONFORMIDADE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nível de conformidade não é atingido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757" y="2599030"/>
            <a:ext cx="1775012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Falhas registradas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6324" y="2599030"/>
            <a:ext cx="2745267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Principais falhas registradas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14706" y="3041142"/>
            <a:ext cx="29975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0436" y="3088338"/>
            <a:ext cx="2226031" cy="6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Uso de cores</a:t>
            </a:r>
          </a:p>
          <a:p>
            <a:pPr algn="l">
              <a:lnSpc>
                <a:spcPts val="1289"/>
              </a:lnSpc>
            </a:pPr>
            <a:r>
              <a:rPr lang="en-US" sz="921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Slide ativo diferenciado apenas pela cor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0436" y="4295051"/>
            <a:ext cx="2086994" cy="6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Pausar, Parar, Ocultar</a:t>
            </a:r>
          </a:p>
          <a:p>
            <a:pPr algn="l">
              <a:lnSpc>
                <a:spcPts val="1289"/>
              </a:lnSpc>
            </a:pPr>
            <a:r>
              <a:rPr lang="en-US" sz="921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Banner avança a cada 4 s, sem pausa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4963" y="3045762"/>
            <a:ext cx="353913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4963" y="5203603"/>
            <a:ext cx="353913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2.5.8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4963" y="3585039"/>
            <a:ext cx="442317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64963" y="4124677"/>
            <a:ext cx="442317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4963" y="4664326"/>
            <a:ext cx="442317" cy="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6"/>
              </a:lnSpc>
            </a:pPr>
            <a:r>
              <a:rPr lang="en-US" b="true" sz="121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61361" y="3580419"/>
            <a:ext cx="390649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61361" y="5198983"/>
            <a:ext cx="976732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Tamanho do alvo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61361" y="3041142"/>
            <a:ext cx="1037149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</a:t>
            </a:r>
            <a:r>
              <a:rPr lang="en-US" b="true" sz="89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mínimo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61361" y="4659706"/>
            <a:ext cx="1273874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Espaçamento de texto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61361" y="4120067"/>
            <a:ext cx="1252309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não textual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89368" y="3629406"/>
            <a:ext cx="1176880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330 px em tela de 320 px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89368" y="5247970"/>
            <a:ext cx="1209999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23 de 51 alvos &lt; 24×24 px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89368" y="4680214"/>
            <a:ext cx="1646825" cy="22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Rolagem horizontal + 3 elementos cortados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89368" y="3061649"/>
            <a:ext cx="1730026" cy="22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4reprovações confirmadas; pior em 1,66:1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89368" y="4169045"/>
            <a:ext cx="1670961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em 1,56:1 sobre fundo branco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459" y="1712719"/>
            <a:ext cx="5351859" cy="962758"/>
          </a:xfrm>
          <a:custGeom>
            <a:avLst/>
            <a:gdLst/>
            <a:ahLst/>
            <a:cxnLst/>
            <a:rect r="r" b="b" t="t" l="l"/>
            <a:pathLst>
              <a:path h="962758" w="5351859">
                <a:moveTo>
                  <a:pt x="0" y="0"/>
                </a:moveTo>
                <a:lnTo>
                  <a:pt x="5351859" y="0"/>
                </a:lnTo>
                <a:lnTo>
                  <a:pt x="5351859" y="962758"/>
                </a:lnTo>
                <a:lnTo>
                  <a:pt x="0" y="96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4459" y="2700214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4459" y="3687689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4459" y="4675527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57382" y="1712738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57382" y="2700214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57382" y="3687689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57382" y="4675527"/>
            <a:ext cx="5351859" cy="962749"/>
          </a:xfrm>
          <a:custGeom>
            <a:avLst/>
            <a:gdLst/>
            <a:ahLst/>
            <a:cxnLst/>
            <a:rect r="r" b="b" t="t" l="l"/>
            <a:pathLst>
              <a:path h="962749" w="5351859">
                <a:moveTo>
                  <a:pt x="0" y="0"/>
                </a:moveTo>
                <a:lnTo>
                  <a:pt x="5351859" y="0"/>
                </a:lnTo>
                <a:lnTo>
                  <a:pt x="5351859" y="962749"/>
                </a:lnTo>
                <a:lnTo>
                  <a:pt x="0" y="9627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194" y="3987003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194" y="4974479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640" y="2011680"/>
            <a:ext cx="46426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640" y="2999527"/>
            <a:ext cx="46426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0764" y="2011680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0764" y="2999527"/>
            <a:ext cx="28397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9996" y="3987003"/>
            <a:ext cx="38755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9996" y="4974479"/>
            <a:ext cx="38755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6633" y="315859"/>
            <a:ext cx="5046040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3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· AÇÃO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Recomendações priorizadas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11239" y="1953435"/>
            <a:ext cx="1999459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 sem controle de pausa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37534" y="2260997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1239" y="4916243"/>
            <a:ext cx="2030387" cy="4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Homepage e contato sem &lt;h1&gt;</a:t>
            </a:r>
          </a:p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/ 2.4.6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11239" y="2940920"/>
            <a:ext cx="2249176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ativo identificado só pela cor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37534" y="324848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1239" y="3928396"/>
            <a:ext cx="3089539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insuficiente nos controles do banner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37534" y="423595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43800" y="4916243"/>
            <a:ext cx="2187578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 de toque abaixo do mínimo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70104" y="5223434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43800" y="1953435"/>
            <a:ext cx="2190350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Ausência de região de navegação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70104" y="2260997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43800" y="2940920"/>
            <a:ext cx="2505370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Rolagem horizontal em telas estreitas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27655" y="324848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43800" y="3928396"/>
            <a:ext cx="2632815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Foco pouco perceptível no fundo branco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7655" y="423595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11239" y="2260997"/>
            <a:ext cx="376535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 (A)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11239" y="3248482"/>
            <a:ext cx="376535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 (A)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11239" y="4235958"/>
            <a:ext cx="440680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1.4.3 (AA)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43800" y="2260997"/>
            <a:ext cx="376535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(A)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43800" y="5223434"/>
            <a:ext cx="440680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2.5.8 (AA)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43800" y="3248482"/>
            <a:ext cx="498128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1.4.10 (AA)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3800" y="4235958"/>
            <a:ext cx="498128" cy="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1.4.11 (AA)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4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5" y="0"/>
                </a:lnTo>
                <a:lnTo>
                  <a:pt x="2681745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1459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4" y="0"/>
                </a:lnTo>
                <a:lnTo>
                  <a:pt x="2681744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94091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5" y="0"/>
                </a:lnTo>
                <a:lnTo>
                  <a:pt x="2681745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5263" y="5187810"/>
            <a:ext cx="9658169" cy="870956"/>
          </a:xfrm>
          <a:custGeom>
            <a:avLst/>
            <a:gdLst/>
            <a:ahLst/>
            <a:cxnLst/>
            <a:rect r="r" b="b" t="t" l="l"/>
            <a:pathLst>
              <a:path h="870956" w="9658169">
                <a:moveTo>
                  <a:pt x="0" y="0"/>
                </a:moveTo>
                <a:lnTo>
                  <a:pt x="9658169" y="0"/>
                </a:lnTo>
                <a:lnTo>
                  <a:pt x="9658169" y="870957"/>
                </a:lnTo>
                <a:lnTo>
                  <a:pt x="0" y="8709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7096" y="1758810"/>
            <a:ext cx="2681745" cy="3203029"/>
          </a:xfrm>
          <a:custGeom>
            <a:avLst/>
            <a:gdLst/>
            <a:ahLst/>
            <a:cxnLst/>
            <a:rect r="r" b="b" t="t" l="l"/>
            <a:pathLst>
              <a:path h="3203029" w="2681745">
                <a:moveTo>
                  <a:pt x="0" y="0"/>
                </a:moveTo>
                <a:lnTo>
                  <a:pt x="2681744" y="0"/>
                </a:lnTo>
                <a:lnTo>
                  <a:pt x="2681744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315859"/>
            <a:ext cx="4886049" cy="98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b="true" sz="901" spc="11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· FECHAMENTO</a:t>
            </a:r>
          </a:p>
          <a:p>
            <a:pPr algn="l">
              <a:lnSpc>
                <a:spcPts val="7001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fica desta avaliação?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9679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2321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5316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18320" y="2082098"/>
            <a:ext cx="14763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679" y="2713777"/>
            <a:ext cx="1893370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Visual ≠] acessível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12321" y="2657370"/>
            <a:ext cx="1504055" cy="48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b="true" sz="170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Automação ≠] experiência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5316" y="2713777"/>
            <a:ext cx="1908867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Correções viáveis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8320" y="2657370"/>
            <a:ext cx="1623774" cy="48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b="true" sz="170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contínua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9679" y="3676955"/>
            <a:ext cx="1768288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As barreiras podem estar na marcação e ser invisíveis para quem enxerga a página.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12321" y="3676955"/>
            <a:ext cx="1967579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Ferramentas quantificam; o teste humano revela a experiência de uso.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5316" y="3676955"/>
            <a:ext cx="2050475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alt, labels, cabeçalhos e elementos semânticos podem ser corrigidos com baixo custo.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8320" y="3676955"/>
            <a:ext cx="2112959" cy="44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Cada nova publicação pode reintroduzir barreiras; a reavaliação periódica é recomendada.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45837" y="5522243"/>
            <a:ext cx="5638133" cy="18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b="true" sz="113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se projeta desde o início — corrigir depois tende a custar mais.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32" y="1487319"/>
            <a:ext cx="394383" cy="511731"/>
          </a:xfrm>
          <a:custGeom>
            <a:avLst/>
            <a:gdLst/>
            <a:ahLst/>
            <a:cxnLst/>
            <a:rect r="r" b="b" t="t" l="l"/>
            <a:pathLst>
              <a:path h="511731" w="394383">
                <a:moveTo>
                  <a:pt x="0" y="0"/>
                </a:moveTo>
                <a:lnTo>
                  <a:pt x="394383" y="0"/>
                </a:lnTo>
                <a:lnTo>
                  <a:pt x="394383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54" y="2081679"/>
            <a:ext cx="394735" cy="512083"/>
          </a:xfrm>
          <a:custGeom>
            <a:avLst/>
            <a:gdLst/>
            <a:ahLst/>
            <a:cxnLst/>
            <a:rect r="r" b="b" t="t" l="l"/>
            <a:pathLst>
              <a:path h="512083" w="394735">
                <a:moveTo>
                  <a:pt x="0" y="0"/>
                </a:moveTo>
                <a:lnTo>
                  <a:pt x="394735" y="0"/>
                </a:lnTo>
                <a:lnTo>
                  <a:pt x="394735" y="512083"/>
                </a:lnTo>
                <a:lnTo>
                  <a:pt x="0" y="512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965" y="2676039"/>
            <a:ext cx="394754" cy="511731"/>
          </a:xfrm>
          <a:custGeom>
            <a:avLst/>
            <a:gdLst/>
            <a:ahLst/>
            <a:cxnLst/>
            <a:rect r="r" b="b" t="t" l="l"/>
            <a:pathLst>
              <a:path h="511731" w="394754">
                <a:moveTo>
                  <a:pt x="0" y="0"/>
                </a:moveTo>
                <a:lnTo>
                  <a:pt x="394754" y="0"/>
                </a:lnTo>
                <a:lnTo>
                  <a:pt x="394754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3048" y="3270399"/>
            <a:ext cx="394754" cy="511731"/>
          </a:xfrm>
          <a:custGeom>
            <a:avLst/>
            <a:gdLst/>
            <a:ahLst/>
            <a:cxnLst/>
            <a:rect r="r" b="b" t="t" l="l"/>
            <a:pathLst>
              <a:path h="511731" w="394754">
                <a:moveTo>
                  <a:pt x="0" y="0"/>
                </a:moveTo>
                <a:lnTo>
                  <a:pt x="394754" y="0"/>
                </a:lnTo>
                <a:lnTo>
                  <a:pt x="394754" y="511731"/>
                </a:lnTo>
                <a:lnTo>
                  <a:pt x="0" y="511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769" y="3864759"/>
            <a:ext cx="394754" cy="512083"/>
          </a:xfrm>
          <a:custGeom>
            <a:avLst/>
            <a:gdLst/>
            <a:ahLst/>
            <a:cxnLst/>
            <a:rect r="r" b="b" t="t" l="l"/>
            <a:pathLst>
              <a:path h="512083" w="394754">
                <a:moveTo>
                  <a:pt x="0" y="0"/>
                </a:moveTo>
                <a:lnTo>
                  <a:pt x="394754" y="0"/>
                </a:lnTo>
                <a:lnTo>
                  <a:pt x="394754" y="512083"/>
                </a:lnTo>
                <a:lnTo>
                  <a:pt x="0" y="5120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3503" y="-63484"/>
            <a:ext cx="12319111" cy="242726"/>
          </a:xfrm>
          <a:custGeom>
            <a:avLst/>
            <a:gdLst/>
            <a:ahLst/>
            <a:cxnLst/>
            <a:rect r="r" b="b" t="t" l="l"/>
            <a:pathLst>
              <a:path h="242726" w="12319111">
                <a:moveTo>
                  <a:pt x="0" y="0"/>
                </a:moveTo>
                <a:lnTo>
                  <a:pt x="12319111" y="0"/>
                </a:lnTo>
                <a:lnTo>
                  <a:pt x="12319111" y="242725"/>
                </a:lnTo>
                <a:lnTo>
                  <a:pt x="0" y="242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4601" y="936041"/>
            <a:ext cx="10836907" cy="5031638"/>
          </a:xfrm>
          <a:custGeom>
            <a:avLst/>
            <a:gdLst/>
            <a:ahLst/>
            <a:cxnLst/>
            <a:rect r="r" b="b" t="t" l="l"/>
            <a:pathLst>
              <a:path h="5031638" w="10836907">
                <a:moveTo>
                  <a:pt x="0" y="0"/>
                </a:moveTo>
                <a:lnTo>
                  <a:pt x="10836907" y="0"/>
                </a:lnTo>
                <a:lnTo>
                  <a:pt x="10836907" y="5031638"/>
                </a:lnTo>
                <a:lnTo>
                  <a:pt x="0" y="5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568" y="6485334"/>
            <a:ext cx="244450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479" y="6485334"/>
            <a:ext cx="118787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63008"/>
            <a:ext cx="118567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15805" y="2051390"/>
            <a:ext cx="2375849" cy="19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b="true" sz="36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Obrigado!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Perguntas?</a:t>
            </a:r>
          </a:p>
          <a:p>
            <a:pPr algn="ctr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· IFAL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15083" y="4743221"/>
            <a:ext cx="421528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· Kelven Eduardo Terto dos Santos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76622" y="2876550"/>
            <a:ext cx="254317" cy="1650683"/>
            <a:chOff x="0" y="0"/>
            <a:chExt cx="339090" cy="22009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8757" y="48260"/>
              <a:ext cx="255565" cy="2102423"/>
            </a:xfrm>
            <a:custGeom>
              <a:avLst/>
              <a:gdLst/>
              <a:ahLst/>
              <a:cxnLst/>
              <a:rect r="r" b="b" t="t" l="l"/>
              <a:pathLst>
                <a:path h="2102423" w="255565">
                  <a:moveTo>
                    <a:pt x="182223" y="1468120"/>
                  </a:moveTo>
                  <a:cubicBezTo>
                    <a:pt x="186033" y="1634490"/>
                    <a:pt x="225403" y="1766570"/>
                    <a:pt x="235563" y="1836420"/>
                  </a:cubicBezTo>
                  <a:cubicBezTo>
                    <a:pt x="241913" y="1882140"/>
                    <a:pt x="249533" y="1916430"/>
                    <a:pt x="243183" y="1948180"/>
                  </a:cubicBezTo>
                  <a:cubicBezTo>
                    <a:pt x="238103" y="1974850"/>
                    <a:pt x="225403" y="2007870"/>
                    <a:pt x="208893" y="2016760"/>
                  </a:cubicBezTo>
                  <a:cubicBezTo>
                    <a:pt x="194923" y="2023110"/>
                    <a:pt x="172063" y="2020570"/>
                    <a:pt x="158093" y="2007870"/>
                  </a:cubicBezTo>
                  <a:cubicBezTo>
                    <a:pt x="131423" y="1987550"/>
                    <a:pt x="116183" y="1924050"/>
                    <a:pt x="100943" y="1864360"/>
                  </a:cubicBezTo>
                  <a:cubicBezTo>
                    <a:pt x="76813" y="1772920"/>
                    <a:pt x="61573" y="1602740"/>
                    <a:pt x="53953" y="1508760"/>
                  </a:cubicBezTo>
                  <a:cubicBezTo>
                    <a:pt x="48873" y="1450340"/>
                    <a:pt x="39983" y="1393190"/>
                    <a:pt x="48873" y="1362710"/>
                  </a:cubicBezTo>
                  <a:cubicBezTo>
                    <a:pt x="53953" y="1346200"/>
                    <a:pt x="61573" y="1333500"/>
                    <a:pt x="71733" y="1329690"/>
                  </a:cubicBezTo>
                  <a:cubicBezTo>
                    <a:pt x="80623" y="1325880"/>
                    <a:pt x="95863" y="1328420"/>
                    <a:pt x="103483" y="1333500"/>
                  </a:cubicBezTo>
                  <a:cubicBezTo>
                    <a:pt x="111103" y="1338580"/>
                    <a:pt x="114913" y="1346200"/>
                    <a:pt x="118723" y="1361440"/>
                  </a:cubicBezTo>
                  <a:cubicBezTo>
                    <a:pt x="131423" y="1416050"/>
                    <a:pt x="123803" y="1652270"/>
                    <a:pt x="113643" y="1746250"/>
                  </a:cubicBezTo>
                  <a:cubicBezTo>
                    <a:pt x="108563" y="1803400"/>
                    <a:pt x="92053" y="1832610"/>
                    <a:pt x="88243" y="1879600"/>
                  </a:cubicBezTo>
                  <a:cubicBezTo>
                    <a:pt x="81893" y="1931670"/>
                    <a:pt x="103483" y="2015490"/>
                    <a:pt x="86973" y="2045970"/>
                  </a:cubicBezTo>
                  <a:cubicBezTo>
                    <a:pt x="78083" y="2061210"/>
                    <a:pt x="60303" y="2072640"/>
                    <a:pt x="48873" y="2072640"/>
                  </a:cubicBezTo>
                  <a:cubicBezTo>
                    <a:pt x="37443" y="2071370"/>
                    <a:pt x="26013" y="2062480"/>
                    <a:pt x="18393" y="2045970"/>
                  </a:cubicBezTo>
                  <a:cubicBezTo>
                    <a:pt x="-7007" y="1990090"/>
                    <a:pt x="5693" y="1671320"/>
                    <a:pt x="19663" y="1614170"/>
                  </a:cubicBezTo>
                  <a:cubicBezTo>
                    <a:pt x="23473" y="1598930"/>
                    <a:pt x="27283" y="1592580"/>
                    <a:pt x="33633" y="1587500"/>
                  </a:cubicBezTo>
                  <a:cubicBezTo>
                    <a:pt x="39983" y="1582420"/>
                    <a:pt x="48873" y="1579880"/>
                    <a:pt x="56493" y="1581150"/>
                  </a:cubicBezTo>
                  <a:cubicBezTo>
                    <a:pt x="66653" y="1583690"/>
                    <a:pt x="75543" y="1590040"/>
                    <a:pt x="84433" y="1606550"/>
                  </a:cubicBezTo>
                  <a:cubicBezTo>
                    <a:pt x="114913" y="1662430"/>
                    <a:pt x="164443" y="2004060"/>
                    <a:pt x="146663" y="2067560"/>
                  </a:cubicBezTo>
                  <a:cubicBezTo>
                    <a:pt x="141583" y="2086610"/>
                    <a:pt x="130153" y="2098040"/>
                    <a:pt x="119993" y="2101850"/>
                  </a:cubicBezTo>
                  <a:cubicBezTo>
                    <a:pt x="111103" y="2104390"/>
                    <a:pt x="97133" y="2098040"/>
                    <a:pt x="90783" y="2091690"/>
                  </a:cubicBezTo>
                  <a:cubicBezTo>
                    <a:pt x="85703" y="2086610"/>
                    <a:pt x="84433" y="2084070"/>
                    <a:pt x="81893" y="2071370"/>
                  </a:cubicBezTo>
                  <a:cubicBezTo>
                    <a:pt x="61573" y="1976120"/>
                    <a:pt x="103483" y="1004570"/>
                    <a:pt x="78083" y="833120"/>
                  </a:cubicBezTo>
                  <a:cubicBezTo>
                    <a:pt x="71733" y="787400"/>
                    <a:pt x="59033" y="777240"/>
                    <a:pt x="53953" y="748030"/>
                  </a:cubicBezTo>
                  <a:cubicBezTo>
                    <a:pt x="48873" y="716280"/>
                    <a:pt x="38713" y="673100"/>
                    <a:pt x="48873" y="651510"/>
                  </a:cubicBezTo>
                  <a:cubicBezTo>
                    <a:pt x="55223" y="636270"/>
                    <a:pt x="74273" y="621030"/>
                    <a:pt x="86973" y="621030"/>
                  </a:cubicBezTo>
                  <a:cubicBezTo>
                    <a:pt x="98403" y="622300"/>
                    <a:pt x="114913" y="640080"/>
                    <a:pt x="121263" y="655320"/>
                  </a:cubicBezTo>
                  <a:cubicBezTo>
                    <a:pt x="130153" y="678180"/>
                    <a:pt x="116183" y="713740"/>
                    <a:pt x="118723" y="749300"/>
                  </a:cubicBezTo>
                  <a:cubicBezTo>
                    <a:pt x="122533" y="793750"/>
                    <a:pt x="142853" y="839470"/>
                    <a:pt x="149203" y="900430"/>
                  </a:cubicBezTo>
                  <a:cubicBezTo>
                    <a:pt x="158093" y="988060"/>
                    <a:pt x="163173" y="1179830"/>
                    <a:pt x="154283" y="1228090"/>
                  </a:cubicBezTo>
                  <a:cubicBezTo>
                    <a:pt x="151743" y="1242060"/>
                    <a:pt x="150473" y="1248410"/>
                    <a:pt x="144123" y="1254760"/>
                  </a:cubicBezTo>
                  <a:cubicBezTo>
                    <a:pt x="139043" y="1261110"/>
                    <a:pt x="128883" y="1267460"/>
                    <a:pt x="119993" y="1267460"/>
                  </a:cubicBezTo>
                  <a:cubicBezTo>
                    <a:pt x="111103" y="1268730"/>
                    <a:pt x="99673" y="1266190"/>
                    <a:pt x="92053" y="1261110"/>
                  </a:cubicBezTo>
                  <a:cubicBezTo>
                    <a:pt x="84433" y="1256030"/>
                    <a:pt x="80623" y="1252220"/>
                    <a:pt x="75543" y="1238250"/>
                  </a:cubicBezTo>
                  <a:cubicBezTo>
                    <a:pt x="53953" y="1167130"/>
                    <a:pt x="102213" y="628650"/>
                    <a:pt x="76813" y="539750"/>
                  </a:cubicBezTo>
                  <a:cubicBezTo>
                    <a:pt x="69193" y="516890"/>
                    <a:pt x="57763" y="519430"/>
                    <a:pt x="50143" y="499110"/>
                  </a:cubicBezTo>
                  <a:cubicBezTo>
                    <a:pt x="33633" y="454660"/>
                    <a:pt x="613" y="299720"/>
                    <a:pt x="17123" y="262890"/>
                  </a:cubicBezTo>
                  <a:cubicBezTo>
                    <a:pt x="24743" y="247650"/>
                    <a:pt x="42523" y="238760"/>
                    <a:pt x="55223" y="238760"/>
                  </a:cubicBezTo>
                  <a:cubicBezTo>
                    <a:pt x="65383" y="238760"/>
                    <a:pt x="75543" y="243840"/>
                    <a:pt x="86973" y="256540"/>
                  </a:cubicBezTo>
                  <a:cubicBezTo>
                    <a:pt x="114913" y="288290"/>
                    <a:pt x="159363" y="414020"/>
                    <a:pt x="182223" y="483870"/>
                  </a:cubicBezTo>
                  <a:cubicBezTo>
                    <a:pt x="201273" y="539750"/>
                    <a:pt x="210163" y="591820"/>
                    <a:pt x="220323" y="641350"/>
                  </a:cubicBezTo>
                  <a:cubicBezTo>
                    <a:pt x="227943" y="685800"/>
                    <a:pt x="234293" y="709930"/>
                    <a:pt x="239373" y="765810"/>
                  </a:cubicBezTo>
                  <a:cubicBezTo>
                    <a:pt x="249533" y="876300"/>
                    <a:pt x="264773" y="1201420"/>
                    <a:pt x="248263" y="1270000"/>
                  </a:cubicBezTo>
                  <a:cubicBezTo>
                    <a:pt x="244453" y="1287780"/>
                    <a:pt x="240643" y="1297940"/>
                    <a:pt x="230483" y="1303020"/>
                  </a:cubicBezTo>
                  <a:cubicBezTo>
                    <a:pt x="220323" y="1309370"/>
                    <a:pt x="197463" y="1311910"/>
                    <a:pt x="184763" y="1303020"/>
                  </a:cubicBezTo>
                  <a:cubicBezTo>
                    <a:pt x="163173" y="1287780"/>
                    <a:pt x="153013" y="1233170"/>
                    <a:pt x="144123" y="1177290"/>
                  </a:cubicBezTo>
                  <a:cubicBezTo>
                    <a:pt x="125073" y="1069340"/>
                    <a:pt x="118723" y="753110"/>
                    <a:pt x="136503" y="694690"/>
                  </a:cubicBezTo>
                  <a:cubicBezTo>
                    <a:pt x="140313" y="680720"/>
                    <a:pt x="145393" y="675640"/>
                    <a:pt x="153013" y="670560"/>
                  </a:cubicBezTo>
                  <a:cubicBezTo>
                    <a:pt x="160633" y="665480"/>
                    <a:pt x="173333" y="662940"/>
                    <a:pt x="182223" y="664210"/>
                  </a:cubicBezTo>
                  <a:cubicBezTo>
                    <a:pt x="191113" y="665480"/>
                    <a:pt x="201273" y="670560"/>
                    <a:pt x="207623" y="678180"/>
                  </a:cubicBezTo>
                  <a:cubicBezTo>
                    <a:pt x="213973" y="684530"/>
                    <a:pt x="215243" y="688340"/>
                    <a:pt x="217783" y="704850"/>
                  </a:cubicBezTo>
                  <a:cubicBezTo>
                    <a:pt x="236833" y="807720"/>
                    <a:pt x="246993" y="1746250"/>
                    <a:pt x="219053" y="1858010"/>
                  </a:cubicBezTo>
                  <a:cubicBezTo>
                    <a:pt x="213973" y="1879600"/>
                    <a:pt x="210163" y="1887220"/>
                    <a:pt x="201273" y="1893570"/>
                  </a:cubicBezTo>
                  <a:cubicBezTo>
                    <a:pt x="189843" y="1899920"/>
                    <a:pt x="165713" y="1902460"/>
                    <a:pt x="153013" y="1893570"/>
                  </a:cubicBezTo>
                  <a:cubicBezTo>
                    <a:pt x="132693" y="1879600"/>
                    <a:pt x="123803" y="1828800"/>
                    <a:pt x="113643" y="1788160"/>
                  </a:cubicBezTo>
                  <a:cubicBezTo>
                    <a:pt x="99673" y="1732280"/>
                    <a:pt x="93323" y="1658620"/>
                    <a:pt x="88243" y="1587500"/>
                  </a:cubicBezTo>
                  <a:cubicBezTo>
                    <a:pt x="81893" y="1508760"/>
                    <a:pt x="93323" y="1391920"/>
                    <a:pt x="80623" y="1339850"/>
                  </a:cubicBezTo>
                  <a:cubicBezTo>
                    <a:pt x="74273" y="1313180"/>
                    <a:pt x="60303" y="1304290"/>
                    <a:pt x="55223" y="1282700"/>
                  </a:cubicBezTo>
                  <a:cubicBezTo>
                    <a:pt x="47603" y="1253490"/>
                    <a:pt x="52683" y="1212850"/>
                    <a:pt x="46333" y="1179830"/>
                  </a:cubicBezTo>
                  <a:cubicBezTo>
                    <a:pt x="39983" y="1145540"/>
                    <a:pt x="26013" y="1130300"/>
                    <a:pt x="18393" y="1080770"/>
                  </a:cubicBezTo>
                  <a:cubicBezTo>
                    <a:pt x="-657" y="947420"/>
                    <a:pt x="-8277" y="452120"/>
                    <a:pt x="12043" y="323850"/>
                  </a:cubicBezTo>
                  <a:cubicBezTo>
                    <a:pt x="18393" y="278130"/>
                    <a:pt x="34903" y="267970"/>
                    <a:pt x="39983" y="234950"/>
                  </a:cubicBezTo>
                  <a:cubicBezTo>
                    <a:pt x="47603" y="193040"/>
                    <a:pt x="29823" y="130810"/>
                    <a:pt x="42523" y="90170"/>
                  </a:cubicBezTo>
                  <a:cubicBezTo>
                    <a:pt x="52683" y="55880"/>
                    <a:pt x="76813" y="10160"/>
                    <a:pt x="98403" y="2540"/>
                  </a:cubicBezTo>
                  <a:cubicBezTo>
                    <a:pt x="113643" y="-3810"/>
                    <a:pt x="139043" y="5080"/>
                    <a:pt x="147933" y="15240"/>
                  </a:cubicBezTo>
                  <a:cubicBezTo>
                    <a:pt x="155553" y="25400"/>
                    <a:pt x="155553" y="54610"/>
                    <a:pt x="147933" y="66040"/>
                  </a:cubicBezTo>
                  <a:cubicBezTo>
                    <a:pt x="141583" y="76200"/>
                    <a:pt x="123803" y="82550"/>
                    <a:pt x="112373" y="82550"/>
                  </a:cubicBezTo>
                  <a:cubicBezTo>
                    <a:pt x="103483" y="82550"/>
                    <a:pt x="94593" y="78740"/>
                    <a:pt x="88243" y="72390"/>
                  </a:cubicBezTo>
                  <a:cubicBezTo>
                    <a:pt x="80623" y="64770"/>
                    <a:pt x="71733" y="48260"/>
                    <a:pt x="73003" y="36830"/>
                  </a:cubicBezTo>
                  <a:cubicBezTo>
                    <a:pt x="74273" y="25400"/>
                    <a:pt x="84433" y="10160"/>
                    <a:pt x="94593" y="3810"/>
                  </a:cubicBezTo>
                  <a:cubicBezTo>
                    <a:pt x="104753" y="-1270"/>
                    <a:pt x="123803" y="-1270"/>
                    <a:pt x="133963" y="3810"/>
                  </a:cubicBezTo>
                  <a:cubicBezTo>
                    <a:pt x="144123" y="8890"/>
                    <a:pt x="155553" y="24130"/>
                    <a:pt x="155553" y="35560"/>
                  </a:cubicBezTo>
                  <a:cubicBezTo>
                    <a:pt x="156823" y="52070"/>
                    <a:pt x="132693" y="66040"/>
                    <a:pt x="125073" y="90170"/>
                  </a:cubicBezTo>
                  <a:cubicBezTo>
                    <a:pt x="112373" y="134620"/>
                    <a:pt x="128883" y="248920"/>
                    <a:pt x="117453" y="287020"/>
                  </a:cubicBezTo>
                  <a:cubicBezTo>
                    <a:pt x="111103" y="306070"/>
                    <a:pt x="99673" y="302260"/>
                    <a:pt x="93323" y="323850"/>
                  </a:cubicBezTo>
                  <a:cubicBezTo>
                    <a:pt x="69193" y="408940"/>
                    <a:pt x="78083" y="864870"/>
                    <a:pt x="92053" y="1009650"/>
                  </a:cubicBezTo>
                  <a:cubicBezTo>
                    <a:pt x="98403" y="1076960"/>
                    <a:pt x="116183" y="1108710"/>
                    <a:pt x="121263" y="1156970"/>
                  </a:cubicBezTo>
                  <a:cubicBezTo>
                    <a:pt x="126343" y="1201420"/>
                    <a:pt x="119993" y="1256030"/>
                    <a:pt x="127613" y="1289050"/>
                  </a:cubicBezTo>
                  <a:cubicBezTo>
                    <a:pt x="132693" y="1308100"/>
                    <a:pt x="142853" y="1311910"/>
                    <a:pt x="149203" y="1334770"/>
                  </a:cubicBezTo>
                  <a:cubicBezTo>
                    <a:pt x="163173" y="1395730"/>
                    <a:pt x="149203" y="1577340"/>
                    <a:pt x="164443" y="1671320"/>
                  </a:cubicBezTo>
                  <a:cubicBezTo>
                    <a:pt x="177143" y="1743710"/>
                    <a:pt x="220323" y="1823720"/>
                    <a:pt x="219053" y="1858010"/>
                  </a:cubicBezTo>
                  <a:cubicBezTo>
                    <a:pt x="217783" y="1871980"/>
                    <a:pt x="213973" y="1879600"/>
                    <a:pt x="208893" y="1885950"/>
                  </a:cubicBezTo>
                  <a:cubicBezTo>
                    <a:pt x="202543" y="1893570"/>
                    <a:pt x="191113" y="1898650"/>
                    <a:pt x="182223" y="1899920"/>
                  </a:cubicBezTo>
                  <a:cubicBezTo>
                    <a:pt x="172063" y="1901190"/>
                    <a:pt x="160633" y="1898650"/>
                    <a:pt x="153013" y="1893570"/>
                  </a:cubicBezTo>
                  <a:cubicBezTo>
                    <a:pt x="145393" y="1887220"/>
                    <a:pt x="140313" y="1884680"/>
                    <a:pt x="136503" y="1868170"/>
                  </a:cubicBezTo>
                  <a:cubicBezTo>
                    <a:pt x="106023" y="1770380"/>
                    <a:pt x="106023" y="792480"/>
                    <a:pt x="136503" y="694690"/>
                  </a:cubicBezTo>
                  <a:cubicBezTo>
                    <a:pt x="141583" y="679450"/>
                    <a:pt x="145393" y="675640"/>
                    <a:pt x="153013" y="670560"/>
                  </a:cubicBezTo>
                  <a:cubicBezTo>
                    <a:pt x="160633" y="665480"/>
                    <a:pt x="172063" y="661670"/>
                    <a:pt x="182223" y="664210"/>
                  </a:cubicBezTo>
                  <a:cubicBezTo>
                    <a:pt x="193653" y="666750"/>
                    <a:pt x="207623" y="675640"/>
                    <a:pt x="216513" y="694690"/>
                  </a:cubicBezTo>
                  <a:cubicBezTo>
                    <a:pt x="244453" y="755650"/>
                    <a:pt x="207623" y="1027430"/>
                    <a:pt x="219053" y="1131570"/>
                  </a:cubicBezTo>
                  <a:cubicBezTo>
                    <a:pt x="225403" y="1191260"/>
                    <a:pt x="250803" y="1242060"/>
                    <a:pt x="248263" y="1270000"/>
                  </a:cubicBezTo>
                  <a:cubicBezTo>
                    <a:pt x="248263" y="1282700"/>
                    <a:pt x="244453" y="1290320"/>
                    <a:pt x="238103" y="1296670"/>
                  </a:cubicBezTo>
                  <a:cubicBezTo>
                    <a:pt x="233023" y="1303020"/>
                    <a:pt x="221593" y="1309370"/>
                    <a:pt x="212703" y="1310640"/>
                  </a:cubicBezTo>
                  <a:cubicBezTo>
                    <a:pt x="203813" y="1310640"/>
                    <a:pt x="192383" y="1308100"/>
                    <a:pt x="184763" y="1303020"/>
                  </a:cubicBezTo>
                  <a:cubicBezTo>
                    <a:pt x="177143" y="1297940"/>
                    <a:pt x="173333" y="1294130"/>
                    <a:pt x="168253" y="1278890"/>
                  </a:cubicBezTo>
                  <a:cubicBezTo>
                    <a:pt x="149203" y="1216660"/>
                    <a:pt x="186033" y="855980"/>
                    <a:pt x="169523" y="716280"/>
                  </a:cubicBezTo>
                  <a:cubicBezTo>
                    <a:pt x="159363" y="629920"/>
                    <a:pt x="145393" y="579120"/>
                    <a:pt x="121263" y="510540"/>
                  </a:cubicBezTo>
                  <a:cubicBezTo>
                    <a:pt x="94593" y="435610"/>
                    <a:pt x="19663" y="314960"/>
                    <a:pt x="14583" y="281940"/>
                  </a:cubicBezTo>
                  <a:cubicBezTo>
                    <a:pt x="13313" y="271780"/>
                    <a:pt x="14583" y="269240"/>
                    <a:pt x="17123" y="262890"/>
                  </a:cubicBezTo>
                  <a:cubicBezTo>
                    <a:pt x="22203" y="255270"/>
                    <a:pt x="34903" y="241300"/>
                    <a:pt x="45063" y="240030"/>
                  </a:cubicBezTo>
                  <a:cubicBezTo>
                    <a:pt x="57763" y="237490"/>
                    <a:pt x="75543" y="242570"/>
                    <a:pt x="86973" y="256540"/>
                  </a:cubicBezTo>
                  <a:cubicBezTo>
                    <a:pt x="112373" y="288290"/>
                    <a:pt x="108563" y="430530"/>
                    <a:pt x="125073" y="480060"/>
                  </a:cubicBezTo>
                  <a:cubicBezTo>
                    <a:pt x="133963" y="505460"/>
                    <a:pt x="145393" y="505460"/>
                    <a:pt x="153013" y="535940"/>
                  </a:cubicBezTo>
                  <a:cubicBezTo>
                    <a:pt x="177143" y="637540"/>
                    <a:pt x="168253" y="1153160"/>
                    <a:pt x="154283" y="1228090"/>
                  </a:cubicBezTo>
                  <a:cubicBezTo>
                    <a:pt x="151743" y="1243330"/>
                    <a:pt x="150473" y="1248410"/>
                    <a:pt x="144123" y="1254760"/>
                  </a:cubicBezTo>
                  <a:cubicBezTo>
                    <a:pt x="139043" y="1261110"/>
                    <a:pt x="128883" y="1267460"/>
                    <a:pt x="119993" y="1267460"/>
                  </a:cubicBezTo>
                  <a:cubicBezTo>
                    <a:pt x="111103" y="1268730"/>
                    <a:pt x="99673" y="1266190"/>
                    <a:pt x="92053" y="1261110"/>
                  </a:cubicBezTo>
                  <a:cubicBezTo>
                    <a:pt x="84433" y="1256030"/>
                    <a:pt x="80623" y="1250950"/>
                    <a:pt x="75543" y="1238250"/>
                  </a:cubicBezTo>
                  <a:cubicBezTo>
                    <a:pt x="61573" y="1192530"/>
                    <a:pt x="84433" y="995680"/>
                    <a:pt x="76813" y="905510"/>
                  </a:cubicBezTo>
                  <a:cubicBezTo>
                    <a:pt x="71733" y="843280"/>
                    <a:pt x="52683" y="795020"/>
                    <a:pt x="48873" y="749300"/>
                  </a:cubicBezTo>
                  <a:cubicBezTo>
                    <a:pt x="45063" y="712470"/>
                    <a:pt x="39983" y="673100"/>
                    <a:pt x="48873" y="651510"/>
                  </a:cubicBezTo>
                  <a:cubicBezTo>
                    <a:pt x="55223" y="637540"/>
                    <a:pt x="66653" y="624840"/>
                    <a:pt x="78083" y="622300"/>
                  </a:cubicBezTo>
                  <a:cubicBezTo>
                    <a:pt x="89513" y="619760"/>
                    <a:pt x="107293" y="626110"/>
                    <a:pt x="116183" y="638810"/>
                  </a:cubicBezTo>
                  <a:cubicBezTo>
                    <a:pt x="132693" y="661670"/>
                    <a:pt x="122533" y="739140"/>
                    <a:pt x="130153" y="774700"/>
                  </a:cubicBezTo>
                  <a:cubicBezTo>
                    <a:pt x="136503" y="797560"/>
                    <a:pt x="145393" y="798830"/>
                    <a:pt x="150473" y="831850"/>
                  </a:cubicBezTo>
                  <a:cubicBezTo>
                    <a:pt x="175873" y="976630"/>
                    <a:pt x="187303" y="1951990"/>
                    <a:pt x="146663" y="2067560"/>
                  </a:cubicBezTo>
                  <a:cubicBezTo>
                    <a:pt x="139043" y="2089150"/>
                    <a:pt x="130153" y="2099310"/>
                    <a:pt x="119993" y="2101850"/>
                  </a:cubicBezTo>
                  <a:cubicBezTo>
                    <a:pt x="109833" y="2103120"/>
                    <a:pt x="92053" y="2092960"/>
                    <a:pt x="83163" y="2078990"/>
                  </a:cubicBezTo>
                  <a:cubicBezTo>
                    <a:pt x="66653" y="2051050"/>
                    <a:pt x="78083" y="1978660"/>
                    <a:pt x="70463" y="1920240"/>
                  </a:cubicBezTo>
                  <a:cubicBezTo>
                    <a:pt x="59033" y="1845310"/>
                    <a:pt x="23473" y="1720850"/>
                    <a:pt x="19663" y="1663700"/>
                  </a:cubicBezTo>
                  <a:cubicBezTo>
                    <a:pt x="18393" y="1635760"/>
                    <a:pt x="14583" y="1612900"/>
                    <a:pt x="23473" y="1598930"/>
                  </a:cubicBezTo>
                  <a:cubicBezTo>
                    <a:pt x="31093" y="1588770"/>
                    <a:pt x="46333" y="1579880"/>
                    <a:pt x="56493" y="1581150"/>
                  </a:cubicBezTo>
                  <a:cubicBezTo>
                    <a:pt x="67923" y="1583690"/>
                    <a:pt x="78083" y="1595120"/>
                    <a:pt x="85703" y="1614170"/>
                  </a:cubicBezTo>
                  <a:cubicBezTo>
                    <a:pt x="108563" y="1673860"/>
                    <a:pt x="111103" y="1976120"/>
                    <a:pt x="88243" y="2037080"/>
                  </a:cubicBezTo>
                  <a:cubicBezTo>
                    <a:pt x="80623" y="2057400"/>
                    <a:pt x="67923" y="2071370"/>
                    <a:pt x="56493" y="2072640"/>
                  </a:cubicBezTo>
                  <a:cubicBezTo>
                    <a:pt x="45063" y="2073910"/>
                    <a:pt x="27283" y="2061210"/>
                    <a:pt x="18393" y="2045970"/>
                  </a:cubicBezTo>
                  <a:cubicBezTo>
                    <a:pt x="3153" y="2014220"/>
                    <a:pt x="15853" y="1926590"/>
                    <a:pt x="22203" y="1873250"/>
                  </a:cubicBezTo>
                  <a:cubicBezTo>
                    <a:pt x="28553" y="1827530"/>
                    <a:pt x="47603" y="1800860"/>
                    <a:pt x="53953" y="1746250"/>
                  </a:cubicBezTo>
                  <a:cubicBezTo>
                    <a:pt x="64113" y="1651000"/>
                    <a:pt x="23473" y="1405890"/>
                    <a:pt x="50143" y="1353820"/>
                  </a:cubicBezTo>
                  <a:cubicBezTo>
                    <a:pt x="59033" y="1336040"/>
                    <a:pt x="76813" y="1327150"/>
                    <a:pt x="88243" y="1327150"/>
                  </a:cubicBezTo>
                  <a:cubicBezTo>
                    <a:pt x="98403" y="1328420"/>
                    <a:pt x="109833" y="1337310"/>
                    <a:pt x="117453" y="1353820"/>
                  </a:cubicBezTo>
                  <a:cubicBezTo>
                    <a:pt x="136503" y="1394460"/>
                    <a:pt x="113643" y="1527810"/>
                    <a:pt x="125073" y="1619250"/>
                  </a:cubicBezTo>
                  <a:cubicBezTo>
                    <a:pt x="137773" y="1717040"/>
                    <a:pt x="198733" y="1865630"/>
                    <a:pt x="193653" y="1922780"/>
                  </a:cubicBezTo>
                  <a:cubicBezTo>
                    <a:pt x="191113" y="1946910"/>
                    <a:pt x="178413" y="1972310"/>
                    <a:pt x="173333" y="1971040"/>
                  </a:cubicBezTo>
                  <a:cubicBezTo>
                    <a:pt x="165713" y="1969770"/>
                    <a:pt x="173333" y="1871980"/>
                    <a:pt x="165713" y="1813560"/>
                  </a:cubicBezTo>
                  <a:cubicBezTo>
                    <a:pt x="155553" y="1739900"/>
                    <a:pt x="119993" y="1630680"/>
                    <a:pt x="112373" y="1565910"/>
                  </a:cubicBezTo>
                  <a:cubicBezTo>
                    <a:pt x="107293" y="1526540"/>
                    <a:pt x="100943" y="1490980"/>
                    <a:pt x="109833" y="1468120"/>
                  </a:cubicBezTo>
                  <a:cubicBezTo>
                    <a:pt x="116183" y="1451610"/>
                    <a:pt x="130153" y="1435100"/>
                    <a:pt x="141583" y="1432560"/>
                  </a:cubicBezTo>
                  <a:cubicBezTo>
                    <a:pt x="149203" y="1430020"/>
                    <a:pt x="159363" y="1433830"/>
                    <a:pt x="165713" y="1438910"/>
                  </a:cubicBezTo>
                  <a:cubicBezTo>
                    <a:pt x="173333" y="1443990"/>
                    <a:pt x="182223" y="1468120"/>
                    <a:pt x="182223" y="1468120"/>
                  </a:cubicBezTo>
                </a:path>
              </a:pathLst>
            </a:custGeom>
            <a:solidFill>
              <a:srgbClr val="0C2C4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192828" y="2806065"/>
            <a:ext cx="161925" cy="440055"/>
            <a:chOff x="0" y="0"/>
            <a:chExt cx="2159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2965" y="50551"/>
              <a:ext cx="125915" cy="485528"/>
            </a:xfrm>
            <a:custGeom>
              <a:avLst/>
              <a:gdLst/>
              <a:ahLst/>
              <a:cxnLst/>
              <a:rect r="r" b="b" t="t" l="l"/>
              <a:pathLst>
                <a:path h="485528" w="125915">
                  <a:moveTo>
                    <a:pt x="87845" y="39619"/>
                  </a:moveTo>
                  <a:cubicBezTo>
                    <a:pt x="96735" y="332989"/>
                    <a:pt x="113245" y="339339"/>
                    <a:pt x="118325" y="360929"/>
                  </a:cubicBezTo>
                  <a:cubicBezTo>
                    <a:pt x="124675" y="387599"/>
                    <a:pt x="131025" y="434589"/>
                    <a:pt x="119595" y="456179"/>
                  </a:cubicBezTo>
                  <a:cubicBezTo>
                    <a:pt x="111975" y="471419"/>
                    <a:pt x="91655" y="484119"/>
                    <a:pt x="77685" y="485389"/>
                  </a:cubicBezTo>
                  <a:cubicBezTo>
                    <a:pt x="66255" y="485389"/>
                    <a:pt x="49745" y="475229"/>
                    <a:pt x="43395" y="465069"/>
                  </a:cubicBezTo>
                  <a:cubicBezTo>
                    <a:pt x="38315" y="454909"/>
                    <a:pt x="37045" y="435859"/>
                    <a:pt x="40855" y="425699"/>
                  </a:cubicBezTo>
                  <a:cubicBezTo>
                    <a:pt x="45935" y="414269"/>
                    <a:pt x="61175" y="402839"/>
                    <a:pt x="72605" y="401569"/>
                  </a:cubicBezTo>
                  <a:cubicBezTo>
                    <a:pt x="84035" y="399029"/>
                    <a:pt x="101815" y="405379"/>
                    <a:pt x="110705" y="412999"/>
                  </a:cubicBezTo>
                  <a:cubicBezTo>
                    <a:pt x="118325" y="421889"/>
                    <a:pt x="124675" y="439669"/>
                    <a:pt x="120865" y="451099"/>
                  </a:cubicBezTo>
                  <a:cubicBezTo>
                    <a:pt x="117055" y="463799"/>
                    <a:pt x="95465" y="482849"/>
                    <a:pt x="82765" y="485389"/>
                  </a:cubicBezTo>
                  <a:cubicBezTo>
                    <a:pt x="70065" y="486659"/>
                    <a:pt x="54825" y="479039"/>
                    <a:pt x="45935" y="468879"/>
                  </a:cubicBezTo>
                  <a:cubicBezTo>
                    <a:pt x="34505" y="452369"/>
                    <a:pt x="43395" y="415539"/>
                    <a:pt x="37045" y="388869"/>
                  </a:cubicBezTo>
                  <a:cubicBezTo>
                    <a:pt x="30695" y="360929"/>
                    <a:pt x="12915" y="343149"/>
                    <a:pt x="7835" y="307589"/>
                  </a:cubicBezTo>
                  <a:cubicBezTo>
                    <a:pt x="-3595" y="242819"/>
                    <a:pt x="-2325" y="70099"/>
                    <a:pt x="10375" y="29459"/>
                  </a:cubicBezTo>
                  <a:cubicBezTo>
                    <a:pt x="14185" y="16759"/>
                    <a:pt x="19265" y="11679"/>
                    <a:pt x="26885" y="6599"/>
                  </a:cubicBezTo>
                  <a:cubicBezTo>
                    <a:pt x="33235" y="2789"/>
                    <a:pt x="44665" y="-1021"/>
                    <a:pt x="53555" y="249"/>
                  </a:cubicBezTo>
                  <a:cubicBezTo>
                    <a:pt x="62445" y="1519"/>
                    <a:pt x="72605" y="6599"/>
                    <a:pt x="77685" y="12949"/>
                  </a:cubicBezTo>
                  <a:cubicBezTo>
                    <a:pt x="84035" y="19299"/>
                    <a:pt x="87845" y="39619"/>
                    <a:pt x="87845" y="39619"/>
                  </a:cubicBezTo>
                </a:path>
              </a:pathLst>
            </a:custGeom>
            <a:solidFill>
              <a:srgbClr val="0C2C4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64265" y="1423988"/>
            <a:ext cx="410528" cy="1875473"/>
            <a:chOff x="0" y="0"/>
            <a:chExt cx="547370" cy="2500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8719" y="50476"/>
              <a:ext cx="456686" cy="2399742"/>
            </a:xfrm>
            <a:custGeom>
              <a:avLst/>
              <a:gdLst/>
              <a:ahLst/>
              <a:cxnLst/>
              <a:rect r="r" b="b" t="t" l="l"/>
              <a:pathLst>
                <a:path h="2399742" w="456686">
                  <a:moveTo>
                    <a:pt x="191311" y="615004"/>
                  </a:moveTo>
                  <a:cubicBezTo>
                    <a:pt x="176071" y="314014"/>
                    <a:pt x="196391" y="307664"/>
                    <a:pt x="207821" y="308934"/>
                  </a:cubicBezTo>
                  <a:cubicBezTo>
                    <a:pt x="216711" y="311474"/>
                    <a:pt x="225601" y="321634"/>
                    <a:pt x="230681" y="338144"/>
                  </a:cubicBezTo>
                  <a:cubicBezTo>
                    <a:pt x="251001" y="395294"/>
                    <a:pt x="256081" y="720414"/>
                    <a:pt x="223061" y="762324"/>
                  </a:cubicBezTo>
                  <a:cubicBezTo>
                    <a:pt x="212901" y="775024"/>
                    <a:pt x="193851" y="776294"/>
                    <a:pt x="183691" y="771214"/>
                  </a:cubicBezTo>
                  <a:cubicBezTo>
                    <a:pt x="172261" y="767404"/>
                    <a:pt x="162101" y="755974"/>
                    <a:pt x="159561" y="738194"/>
                  </a:cubicBezTo>
                  <a:cubicBezTo>
                    <a:pt x="153211" y="695014"/>
                    <a:pt x="226871" y="565474"/>
                    <a:pt x="242111" y="491814"/>
                  </a:cubicBezTo>
                  <a:cubicBezTo>
                    <a:pt x="254811" y="432124"/>
                    <a:pt x="242111" y="366084"/>
                    <a:pt x="254811" y="327984"/>
                  </a:cubicBezTo>
                  <a:cubicBezTo>
                    <a:pt x="263701" y="305124"/>
                    <a:pt x="276401" y="283534"/>
                    <a:pt x="291641" y="277184"/>
                  </a:cubicBezTo>
                  <a:cubicBezTo>
                    <a:pt x="304341" y="272104"/>
                    <a:pt x="323391" y="272104"/>
                    <a:pt x="336091" y="283534"/>
                  </a:cubicBezTo>
                  <a:cubicBezTo>
                    <a:pt x="358951" y="302584"/>
                    <a:pt x="374191" y="396564"/>
                    <a:pt x="375461" y="428314"/>
                  </a:cubicBezTo>
                  <a:cubicBezTo>
                    <a:pt x="375461" y="442284"/>
                    <a:pt x="375461" y="453714"/>
                    <a:pt x="369111" y="460064"/>
                  </a:cubicBezTo>
                  <a:cubicBezTo>
                    <a:pt x="361491" y="468954"/>
                    <a:pt x="341171" y="475304"/>
                    <a:pt x="329741" y="472764"/>
                  </a:cubicBezTo>
                  <a:cubicBezTo>
                    <a:pt x="320851" y="470224"/>
                    <a:pt x="309421" y="458794"/>
                    <a:pt x="306881" y="448634"/>
                  </a:cubicBezTo>
                  <a:cubicBezTo>
                    <a:pt x="304341" y="435934"/>
                    <a:pt x="320851" y="424504"/>
                    <a:pt x="327201" y="400374"/>
                  </a:cubicBezTo>
                  <a:cubicBezTo>
                    <a:pt x="344981" y="336874"/>
                    <a:pt x="356411" y="87954"/>
                    <a:pt x="380541" y="43504"/>
                  </a:cubicBezTo>
                  <a:cubicBezTo>
                    <a:pt x="386891" y="30804"/>
                    <a:pt x="393241" y="24454"/>
                    <a:pt x="402131" y="23184"/>
                  </a:cubicBezTo>
                  <a:cubicBezTo>
                    <a:pt x="412291" y="20644"/>
                    <a:pt x="428801" y="23184"/>
                    <a:pt x="437691" y="35884"/>
                  </a:cubicBezTo>
                  <a:cubicBezTo>
                    <a:pt x="463091" y="71444"/>
                    <a:pt x="459281" y="301314"/>
                    <a:pt x="447851" y="349574"/>
                  </a:cubicBezTo>
                  <a:cubicBezTo>
                    <a:pt x="444041" y="364814"/>
                    <a:pt x="440231" y="372434"/>
                    <a:pt x="432611" y="377514"/>
                  </a:cubicBezTo>
                  <a:cubicBezTo>
                    <a:pt x="424991" y="382594"/>
                    <a:pt x="409751" y="385134"/>
                    <a:pt x="400861" y="381324"/>
                  </a:cubicBezTo>
                  <a:cubicBezTo>
                    <a:pt x="390701" y="377514"/>
                    <a:pt x="389431" y="354654"/>
                    <a:pt x="378001" y="349574"/>
                  </a:cubicBezTo>
                  <a:cubicBezTo>
                    <a:pt x="366571" y="341954"/>
                    <a:pt x="347521" y="355924"/>
                    <a:pt x="332281" y="345764"/>
                  </a:cubicBezTo>
                  <a:cubicBezTo>
                    <a:pt x="304341" y="325444"/>
                    <a:pt x="252271" y="213684"/>
                    <a:pt x="258621" y="183204"/>
                  </a:cubicBezTo>
                  <a:cubicBezTo>
                    <a:pt x="262431" y="169234"/>
                    <a:pt x="278941" y="157804"/>
                    <a:pt x="290371" y="156534"/>
                  </a:cubicBezTo>
                  <a:cubicBezTo>
                    <a:pt x="301801" y="155264"/>
                    <a:pt x="318311" y="161614"/>
                    <a:pt x="327201" y="175584"/>
                  </a:cubicBezTo>
                  <a:cubicBezTo>
                    <a:pt x="350061" y="214954"/>
                    <a:pt x="336091" y="424504"/>
                    <a:pt x="324661" y="470224"/>
                  </a:cubicBezTo>
                  <a:cubicBezTo>
                    <a:pt x="319581" y="485464"/>
                    <a:pt x="317041" y="493084"/>
                    <a:pt x="309421" y="499434"/>
                  </a:cubicBezTo>
                  <a:cubicBezTo>
                    <a:pt x="300531" y="504514"/>
                    <a:pt x="285291" y="505784"/>
                    <a:pt x="276401" y="503244"/>
                  </a:cubicBezTo>
                  <a:cubicBezTo>
                    <a:pt x="268781" y="500704"/>
                    <a:pt x="263701" y="495624"/>
                    <a:pt x="257351" y="486734"/>
                  </a:cubicBezTo>
                  <a:cubicBezTo>
                    <a:pt x="244651" y="465144"/>
                    <a:pt x="225601" y="391484"/>
                    <a:pt x="228141" y="363544"/>
                  </a:cubicBezTo>
                  <a:cubicBezTo>
                    <a:pt x="229411" y="347034"/>
                    <a:pt x="235761" y="331794"/>
                    <a:pt x="245921" y="326714"/>
                  </a:cubicBezTo>
                  <a:cubicBezTo>
                    <a:pt x="254811" y="320364"/>
                    <a:pt x="277671" y="324174"/>
                    <a:pt x="286561" y="329254"/>
                  </a:cubicBezTo>
                  <a:cubicBezTo>
                    <a:pt x="291641" y="333064"/>
                    <a:pt x="294181" y="335604"/>
                    <a:pt x="296721" y="343224"/>
                  </a:cubicBezTo>
                  <a:cubicBezTo>
                    <a:pt x="301801" y="358464"/>
                    <a:pt x="300531" y="410534"/>
                    <a:pt x="289101" y="427044"/>
                  </a:cubicBezTo>
                  <a:cubicBezTo>
                    <a:pt x="281481" y="438474"/>
                    <a:pt x="261161" y="444824"/>
                    <a:pt x="249731" y="442284"/>
                  </a:cubicBezTo>
                  <a:cubicBezTo>
                    <a:pt x="239571" y="439744"/>
                    <a:pt x="226871" y="428314"/>
                    <a:pt x="221791" y="411804"/>
                  </a:cubicBezTo>
                  <a:cubicBezTo>
                    <a:pt x="210361" y="373704"/>
                    <a:pt x="237031" y="264484"/>
                    <a:pt x="251001" y="198444"/>
                  </a:cubicBezTo>
                  <a:cubicBezTo>
                    <a:pt x="263701" y="137484"/>
                    <a:pt x="282751" y="60014"/>
                    <a:pt x="299261" y="29534"/>
                  </a:cubicBezTo>
                  <a:cubicBezTo>
                    <a:pt x="308151" y="14294"/>
                    <a:pt x="315771" y="6674"/>
                    <a:pt x="324661" y="2864"/>
                  </a:cubicBezTo>
                  <a:cubicBezTo>
                    <a:pt x="333551" y="-946"/>
                    <a:pt x="344981" y="-946"/>
                    <a:pt x="352601" y="2864"/>
                  </a:cubicBezTo>
                  <a:cubicBezTo>
                    <a:pt x="360221" y="6674"/>
                    <a:pt x="367841" y="11754"/>
                    <a:pt x="372921" y="21914"/>
                  </a:cubicBezTo>
                  <a:cubicBezTo>
                    <a:pt x="383081" y="43504"/>
                    <a:pt x="383081" y="95574"/>
                    <a:pt x="385621" y="141294"/>
                  </a:cubicBezTo>
                  <a:cubicBezTo>
                    <a:pt x="388161" y="204794"/>
                    <a:pt x="389431" y="298774"/>
                    <a:pt x="383081" y="368624"/>
                  </a:cubicBezTo>
                  <a:cubicBezTo>
                    <a:pt x="378001" y="428314"/>
                    <a:pt x="367841" y="486734"/>
                    <a:pt x="356411" y="533724"/>
                  </a:cubicBezTo>
                  <a:cubicBezTo>
                    <a:pt x="347521" y="568014"/>
                    <a:pt x="339901" y="593414"/>
                    <a:pt x="325931" y="622624"/>
                  </a:cubicBezTo>
                  <a:cubicBezTo>
                    <a:pt x="308151" y="654374"/>
                    <a:pt x="282751" y="702634"/>
                    <a:pt x="258621" y="716604"/>
                  </a:cubicBezTo>
                  <a:cubicBezTo>
                    <a:pt x="243381" y="725494"/>
                    <a:pt x="220521" y="726764"/>
                    <a:pt x="210361" y="720414"/>
                  </a:cubicBezTo>
                  <a:cubicBezTo>
                    <a:pt x="201471" y="715334"/>
                    <a:pt x="196391" y="700094"/>
                    <a:pt x="196391" y="689934"/>
                  </a:cubicBezTo>
                  <a:cubicBezTo>
                    <a:pt x="195121" y="682314"/>
                    <a:pt x="207821" y="673424"/>
                    <a:pt x="205281" y="667074"/>
                  </a:cubicBezTo>
                  <a:cubicBezTo>
                    <a:pt x="202741" y="656914"/>
                    <a:pt x="173531" y="658184"/>
                    <a:pt x="159561" y="640404"/>
                  </a:cubicBezTo>
                  <a:cubicBezTo>
                    <a:pt x="131621" y="602304"/>
                    <a:pt x="87171" y="435934"/>
                    <a:pt x="102411" y="400374"/>
                  </a:cubicBezTo>
                  <a:cubicBezTo>
                    <a:pt x="110031" y="383864"/>
                    <a:pt x="130351" y="376244"/>
                    <a:pt x="141781" y="377514"/>
                  </a:cubicBezTo>
                  <a:cubicBezTo>
                    <a:pt x="153211" y="378784"/>
                    <a:pt x="162101" y="388944"/>
                    <a:pt x="169721" y="405454"/>
                  </a:cubicBezTo>
                  <a:cubicBezTo>
                    <a:pt x="188771" y="453714"/>
                    <a:pt x="181151" y="648024"/>
                    <a:pt x="168451" y="733114"/>
                  </a:cubicBezTo>
                  <a:cubicBezTo>
                    <a:pt x="160831" y="788994"/>
                    <a:pt x="149401" y="851224"/>
                    <a:pt x="129081" y="870274"/>
                  </a:cubicBezTo>
                  <a:cubicBezTo>
                    <a:pt x="116381" y="880434"/>
                    <a:pt x="97331" y="880434"/>
                    <a:pt x="87171" y="875354"/>
                  </a:cubicBezTo>
                  <a:cubicBezTo>
                    <a:pt x="77011" y="870274"/>
                    <a:pt x="71931" y="858844"/>
                    <a:pt x="66851" y="838524"/>
                  </a:cubicBezTo>
                  <a:cubicBezTo>
                    <a:pt x="51611" y="781374"/>
                    <a:pt x="49071" y="523564"/>
                    <a:pt x="70661" y="474034"/>
                  </a:cubicBezTo>
                  <a:cubicBezTo>
                    <a:pt x="78281" y="458794"/>
                    <a:pt x="88441" y="449904"/>
                    <a:pt x="98601" y="449904"/>
                  </a:cubicBezTo>
                  <a:cubicBezTo>
                    <a:pt x="110031" y="448634"/>
                    <a:pt x="125271" y="456254"/>
                    <a:pt x="134161" y="474034"/>
                  </a:cubicBezTo>
                  <a:cubicBezTo>
                    <a:pt x="164641" y="532454"/>
                    <a:pt x="125271" y="834714"/>
                    <a:pt x="132891" y="951554"/>
                  </a:cubicBezTo>
                  <a:cubicBezTo>
                    <a:pt x="136701" y="1020134"/>
                    <a:pt x="140511" y="1056964"/>
                    <a:pt x="153211" y="1115384"/>
                  </a:cubicBezTo>
                  <a:cubicBezTo>
                    <a:pt x="168451" y="1185234"/>
                    <a:pt x="196391" y="1269054"/>
                    <a:pt x="224331" y="1340174"/>
                  </a:cubicBezTo>
                  <a:cubicBezTo>
                    <a:pt x="249731" y="1410024"/>
                    <a:pt x="319581" y="1533214"/>
                    <a:pt x="311961" y="1538294"/>
                  </a:cubicBezTo>
                  <a:cubicBezTo>
                    <a:pt x="309421" y="1540834"/>
                    <a:pt x="286561" y="1525594"/>
                    <a:pt x="276401" y="1504004"/>
                  </a:cubicBezTo>
                  <a:cubicBezTo>
                    <a:pt x="242111" y="1437964"/>
                    <a:pt x="223061" y="1148404"/>
                    <a:pt x="210361" y="1020134"/>
                  </a:cubicBezTo>
                  <a:cubicBezTo>
                    <a:pt x="201471" y="935044"/>
                    <a:pt x="179881" y="843604"/>
                    <a:pt x="196391" y="809314"/>
                  </a:cubicBezTo>
                  <a:cubicBezTo>
                    <a:pt x="202741" y="792804"/>
                    <a:pt x="219251" y="782644"/>
                    <a:pt x="230681" y="783914"/>
                  </a:cubicBezTo>
                  <a:cubicBezTo>
                    <a:pt x="240841" y="783914"/>
                    <a:pt x="252271" y="796614"/>
                    <a:pt x="259891" y="814394"/>
                  </a:cubicBezTo>
                  <a:cubicBezTo>
                    <a:pt x="281481" y="870274"/>
                    <a:pt x="276401" y="1153484"/>
                    <a:pt x="258621" y="1208094"/>
                  </a:cubicBezTo>
                  <a:cubicBezTo>
                    <a:pt x="253541" y="1225874"/>
                    <a:pt x="247191" y="1234764"/>
                    <a:pt x="238301" y="1238574"/>
                  </a:cubicBezTo>
                  <a:cubicBezTo>
                    <a:pt x="230681" y="1242384"/>
                    <a:pt x="216711" y="1239844"/>
                    <a:pt x="209091" y="1234764"/>
                  </a:cubicBezTo>
                  <a:cubicBezTo>
                    <a:pt x="201471" y="1229684"/>
                    <a:pt x="196391" y="1220794"/>
                    <a:pt x="195121" y="1208094"/>
                  </a:cubicBezTo>
                  <a:cubicBezTo>
                    <a:pt x="191311" y="1181424"/>
                    <a:pt x="211631" y="1125544"/>
                    <a:pt x="226871" y="1072204"/>
                  </a:cubicBezTo>
                  <a:cubicBezTo>
                    <a:pt x="251001" y="989654"/>
                    <a:pt x="311961" y="842334"/>
                    <a:pt x="331011" y="767404"/>
                  </a:cubicBezTo>
                  <a:cubicBezTo>
                    <a:pt x="342441" y="724224"/>
                    <a:pt x="338631" y="688664"/>
                    <a:pt x="348791" y="664534"/>
                  </a:cubicBezTo>
                  <a:cubicBezTo>
                    <a:pt x="356411" y="649294"/>
                    <a:pt x="365301" y="636594"/>
                    <a:pt x="376731" y="630244"/>
                  </a:cubicBezTo>
                  <a:cubicBezTo>
                    <a:pt x="386891" y="625164"/>
                    <a:pt x="404671" y="622624"/>
                    <a:pt x="413561" y="626434"/>
                  </a:cubicBezTo>
                  <a:cubicBezTo>
                    <a:pt x="421181" y="630244"/>
                    <a:pt x="424991" y="637864"/>
                    <a:pt x="430071" y="651834"/>
                  </a:cubicBezTo>
                  <a:cubicBezTo>
                    <a:pt x="446581" y="701364"/>
                    <a:pt x="464361" y="959174"/>
                    <a:pt x="445311" y="1013784"/>
                  </a:cubicBezTo>
                  <a:cubicBezTo>
                    <a:pt x="438961" y="1031564"/>
                    <a:pt x="427531" y="1042994"/>
                    <a:pt x="417371" y="1045534"/>
                  </a:cubicBezTo>
                  <a:cubicBezTo>
                    <a:pt x="407211" y="1046804"/>
                    <a:pt x="391971" y="1040454"/>
                    <a:pt x="384351" y="1029024"/>
                  </a:cubicBezTo>
                  <a:cubicBezTo>
                    <a:pt x="371651" y="1008704"/>
                    <a:pt x="386891" y="946474"/>
                    <a:pt x="380541" y="913454"/>
                  </a:cubicBezTo>
                  <a:cubicBezTo>
                    <a:pt x="375461" y="886784"/>
                    <a:pt x="356411" y="862654"/>
                    <a:pt x="357681" y="846144"/>
                  </a:cubicBezTo>
                  <a:cubicBezTo>
                    <a:pt x="357681" y="835984"/>
                    <a:pt x="360221" y="828364"/>
                    <a:pt x="366571" y="823284"/>
                  </a:cubicBezTo>
                  <a:cubicBezTo>
                    <a:pt x="374191" y="816934"/>
                    <a:pt x="394511" y="811854"/>
                    <a:pt x="404671" y="814394"/>
                  </a:cubicBezTo>
                  <a:cubicBezTo>
                    <a:pt x="413561" y="818204"/>
                    <a:pt x="423721" y="828364"/>
                    <a:pt x="424991" y="839794"/>
                  </a:cubicBezTo>
                  <a:cubicBezTo>
                    <a:pt x="426261" y="861384"/>
                    <a:pt x="379271" y="905834"/>
                    <a:pt x="360221" y="946474"/>
                  </a:cubicBezTo>
                  <a:cubicBezTo>
                    <a:pt x="337361" y="997274"/>
                    <a:pt x="315771" y="1069664"/>
                    <a:pt x="304341" y="1124274"/>
                  </a:cubicBezTo>
                  <a:cubicBezTo>
                    <a:pt x="295451" y="1166184"/>
                    <a:pt x="305611" y="1220794"/>
                    <a:pt x="290371" y="1242384"/>
                  </a:cubicBezTo>
                  <a:cubicBezTo>
                    <a:pt x="281481" y="1255084"/>
                    <a:pt x="263701" y="1263974"/>
                    <a:pt x="253541" y="1261434"/>
                  </a:cubicBezTo>
                  <a:cubicBezTo>
                    <a:pt x="243381" y="1260164"/>
                    <a:pt x="235761" y="1250004"/>
                    <a:pt x="229411" y="1234764"/>
                  </a:cubicBezTo>
                  <a:cubicBezTo>
                    <a:pt x="214171" y="1192854"/>
                    <a:pt x="209091" y="1003624"/>
                    <a:pt x="229411" y="968064"/>
                  </a:cubicBezTo>
                  <a:cubicBezTo>
                    <a:pt x="237031" y="955364"/>
                    <a:pt x="252271" y="950284"/>
                    <a:pt x="261161" y="951554"/>
                  </a:cubicBezTo>
                  <a:cubicBezTo>
                    <a:pt x="271321" y="952824"/>
                    <a:pt x="282751" y="960444"/>
                    <a:pt x="289101" y="975684"/>
                  </a:cubicBezTo>
                  <a:cubicBezTo>
                    <a:pt x="308151" y="1017594"/>
                    <a:pt x="304341" y="1224604"/>
                    <a:pt x="290371" y="1275404"/>
                  </a:cubicBezTo>
                  <a:cubicBezTo>
                    <a:pt x="285291" y="1294454"/>
                    <a:pt x="278941" y="1305884"/>
                    <a:pt x="268781" y="1312234"/>
                  </a:cubicBezTo>
                  <a:cubicBezTo>
                    <a:pt x="258621" y="1318584"/>
                    <a:pt x="242111" y="1318584"/>
                    <a:pt x="229411" y="1312234"/>
                  </a:cubicBezTo>
                  <a:cubicBezTo>
                    <a:pt x="210361" y="1303344"/>
                    <a:pt x="182421" y="1262704"/>
                    <a:pt x="174801" y="1241114"/>
                  </a:cubicBezTo>
                  <a:cubicBezTo>
                    <a:pt x="170991" y="1225874"/>
                    <a:pt x="172261" y="1209364"/>
                    <a:pt x="177341" y="1200474"/>
                  </a:cubicBezTo>
                  <a:cubicBezTo>
                    <a:pt x="182421" y="1194124"/>
                    <a:pt x="191311" y="1189044"/>
                    <a:pt x="198931" y="1187774"/>
                  </a:cubicBezTo>
                  <a:cubicBezTo>
                    <a:pt x="207821" y="1186504"/>
                    <a:pt x="224331" y="1190314"/>
                    <a:pt x="230681" y="1197934"/>
                  </a:cubicBezTo>
                  <a:cubicBezTo>
                    <a:pt x="238301" y="1206824"/>
                    <a:pt x="234491" y="1225874"/>
                    <a:pt x="233221" y="1248734"/>
                  </a:cubicBezTo>
                  <a:cubicBezTo>
                    <a:pt x="229411" y="1293184"/>
                    <a:pt x="216711" y="1410024"/>
                    <a:pt x="198931" y="1441774"/>
                  </a:cubicBezTo>
                  <a:cubicBezTo>
                    <a:pt x="192581" y="1454474"/>
                    <a:pt x="183691" y="1462094"/>
                    <a:pt x="174801" y="1464634"/>
                  </a:cubicBezTo>
                  <a:cubicBezTo>
                    <a:pt x="163371" y="1465904"/>
                    <a:pt x="146861" y="1459554"/>
                    <a:pt x="136701" y="1449394"/>
                  </a:cubicBezTo>
                  <a:cubicBezTo>
                    <a:pt x="121461" y="1435424"/>
                    <a:pt x="111301" y="1403674"/>
                    <a:pt x="104951" y="1374464"/>
                  </a:cubicBezTo>
                  <a:cubicBezTo>
                    <a:pt x="96061" y="1340174"/>
                    <a:pt x="106221" y="1299534"/>
                    <a:pt x="97331" y="1256354"/>
                  </a:cubicBezTo>
                  <a:cubicBezTo>
                    <a:pt x="87171" y="1203014"/>
                    <a:pt x="31291" y="1111574"/>
                    <a:pt x="40181" y="1081094"/>
                  </a:cubicBezTo>
                  <a:cubicBezTo>
                    <a:pt x="43991" y="1068394"/>
                    <a:pt x="56691" y="1059504"/>
                    <a:pt x="66851" y="1058234"/>
                  </a:cubicBezTo>
                  <a:cubicBezTo>
                    <a:pt x="78281" y="1055694"/>
                    <a:pt x="92251" y="1059504"/>
                    <a:pt x="107491" y="1073474"/>
                  </a:cubicBezTo>
                  <a:cubicBezTo>
                    <a:pt x="153211" y="1115384"/>
                    <a:pt x="254811" y="1380814"/>
                    <a:pt x="277671" y="1444314"/>
                  </a:cubicBezTo>
                  <a:cubicBezTo>
                    <a:pt x="285291" y="1464634"/>
                    <a:pt x="290371" y="1473524"/>
                    <a:pt x="289101" y="1487494"/>
                  </a:cubicBezTo>
                  <a:cubicBezTo>
                    <a:pt x="289101" y="1497654"/>
                    <a:pt x="284021" y="1511624"/>
                    <a:pt x="276401" y="1517974"/>
                  </a:cubicBezTo>
                  <a:cubicBezTo>
                    <a:pt x="268781" y="1524324"/>
                    <a:pt x="252271" y="1526864"/>
                    <a:pt x="243381" y="1524324"/>
                  </a:cubicBezTo>
                  <a:cubicBezTo>
                    <a:pt x="234491" y="1523054"/>
                    <a:pt x="228141" y="1520514"/>
                    <a:pt x="223061" y="1509084"/>
                  </a:cubicBezTo>
                  <a:cubicBezTo>
                    <a:pt x="195121" y="1453204"/>
                    <a:pt x="196391" y="979494"/>
                    <a:pt x="225601" y="905834"/>
                  </a:cubicBezTo>
                  <a:cubicBezTo>
                    <a:pt x="233221" y="885514"/>
                    <a:pt x="243381" y="874084"/>
                    <a:pt x="253541" y="872814"/>
                  </a:cubicBezTo>
                  <a:cubicBezTo>
                    <a:pt x="264971" y="871544"/>
                    <a:pt x="281481" y="882974"/>
                    <a:pt x="290371" y="898214"/>
                  </a:cubicBezTo>
                  <a:cubicBezTo>
                    <a:pt x="305611" y="927424"/>
                    <a:pt x="295451" y="1009974"/>
                    <a:pt x="289101" y="1068394"/>
                  </a:cubicBezTo>
                  <a:cubicBezTo>
                    <a:pt x="282751" y="1134434"/>
                    <a:pt x="271321" y="1250004"/>
                    <a:pt x="249731" y="1271594"/>
                  </a:cubicBezTo>
                  <a:cubicBezTo>
                    <a:pt x="240841" y="1280484"/>
                    <a:pt x="226871" y="1279214"/>
                    <a:pt x="219251" y="1277944"/>
                  </a:cubicBezTo>
                  <a:cubicBezTo>
                    <a:pt x="211631" y="1275404"/>
                    <a:pt x="206551" y="1272864"/>
                    <a:pt x="200201" y="1262704"/>
                  </a:cubicBezTo>
                  <a:cubicBezTo>
                    <a:pt x="177341" y="1232224"/>
                    <a:pt x="102411" y="1060774"/>
                    <a:pt x="110031" y="1020134"/>
                  </a:cubicBezTo>
                  <a:cubicBezTo>
                    <a:pt x="113841" y="1004894"/>
                    <a:pt x="126541" y="993464"/>
                    <a:pt x="137971" y="992194"/>
                  </a:cubicBezTo>
                  <a:cubicBezTo>
                    <a:pt x="149401" y="990924"/>
                    <a:pt x="167181" y="997274"/>
                    <a:pt x="177341" y="1015054"/>
                  </a:cubicBezTo>
                  <a:cubicBezTo>
                    <a:pt x="216711" y="1084904"/>
                    <a:pt x="186231" y="1610684"/>
                    <a:pt x="172261" y="1683074"/>
                  </a:cubicBezTo>
                  <a:cubicBezTo>
                    <a:pt x="169721" y="1697044"/>
                    <a:pt x="168451" y="1702124"/>
                    <a:pt x="162101" y="1708474"/>
                  </a:cubicBezTo>
                  <a:cubicBezTo>
                    <a:pt x="157021" y="1714824"/>
                    <a:pt x="146861" y="1719904"/>
                    <a:pt x="137971" y="1721174"/>
                  </a:cubicBezTo>
                  <a:cubicBezTo>
                    <a:pt x="127811" y="1721174"/>
                    <a:pt x="112571" y="1716094"/>
                    <a:pt x="104951" y="1708474"/>
                  </a:cubicBezTo>
                  <a:cubicBezTo>
                    <a:pt x="98601" y="1702124"/>
                    <a:pt x="98601" y="1697044"/>
                    <a:pt x="94791" y="1683074"/>
                  </a:cubicBezTo>
                  <a:cubicBezTo>
                    <a:pt x="84631" y="1622114"/>
                    <a:pt x="54151" y="1234764"/>
                    <a:pt x="96061" y="1181424"/>
                  </a:cubicBezTo>
                  <a:cubicBezTo>
                    <a:pt x="110031" y="1163644"/>
                    <a:pt x="139241" y="1158564"/>
                    <a:pt x="151941" y="1168724"/>
                  </a:cubicBezTo>
                  <a:cubicBezTo>
                    <a:pt x="176071" y="1189044"/>
                    <a:pt x="135431" y="1350334"/>
                    <a:pt x="143051" y="1410024"/>
                  </a:cubicBezTo>
                  <a:cubicBezTo>
                    <a:pt x="146861" y="1446854"/>
                    <a:pt x="163371" y="1467174"/>
                    <a:pt x="168451" y="1496384"/>
                  </a:cubicBezTo>
                  <a:cubicBezTo>
                    <a:pt x="173531" y="1525594"/>
                    <a:pt x="165911" y="1547184"/>
                    <a:pt x="172261" y="1585284"/>
                  </a:cubicBezTo>
                  <a:cubicBezTo>
                    <a:pt x="182421" y="1656404"/>
                    <a:pt x="239571" y="1816424"/>
                    <a:pt x="253541" y="1888814"/>
                  </a:cubicBezTo>
                  <a:cubicBezTo>
                    <a:pt x="261161" y="1929454"/>
                    <a:pt x="261161" y="1940884"/>
                    <a:pt x="263701" y="1982794"/>
                  </a:cubicBezTo>
                  <a:cubicBezTo>
                    <a:pt x="267511" y="2069154"/>
                    <a:pt x="289101" y="2319344"/>
                    <a:pt x="262431" y="2371414"/>
                  </a:cubicBezTo>
                  <a:cubicBezTo>
                    <a:pt x="252271" y="2390464"/>
                    <a:pt x="234491" y="2399354"/>
                    <a:pt x="223061" y="2399354"/>
                  </a:cubicBezTo>
                  <a:cubicBezTo>
                    <a:pt x="211631" y="2398084"/>
                    <a:pt x="197661" y="2387924"/>
                    <a:pt x="191311" y="2371414"/>
                  </a:cubicBezTo>
                  <a:cubicBezTo>
                    <a:pt x="176071" y="2330774"/>
                    <a:pt x="215441" y="2210124"/>
                    <a:pt x="221791" y="2113604"/>
                  </a:cubicBezTo>
                  <a:cubicBezTo>
                    <a:pt x="230681" y="1990414"/>
                    <a:pt x="201471" y="1733874"/>
                    <a:pt x="233221" y="1694504"/>
                  </a:cubicBezTo>
                  <a:cubicBezTo>
                    <a:pt x="243381" y="1681804"/>
                    <a:pt x="259891" y="1681804"/>
                    <a:pt x="270051" y="1685614"/>
                  </a:cubicBezTo>
                  <a:cubicBezTo>
                    <a:pt x="278941" y="1688154"/>
                    <a:pt x="285291" y="1698314"/>
                    <a:pt x="290371" y="1716094"/>
                  </a:cubicBezTo>
                  <a:cubicBezTo>
                    <a:pt x="311961" y="1784674"/>
                    <a:pt x="322121" y="2191074"/>
                    <a:pt x="294181" y="2264734"/>
                  </a:cubicBezTo>
                  <a:cubicBezTo>
                    <a:pt x="286561" y="2286324"/>
                    <a:pt x="273861" y="2299024"/>
                    <a:pt x="262431" y="2300294"/>
                  </a:cubicBezTo>
                  <a:cubicBezTo>
                    <a:pt x="251001" y="2301564"/>
                    <a:pt x="231951" y="2288864"/>
                    <a:pt x="223061" y="2273624"/>
                  </a:cubicBezTo>
                  <a:cubicBezTo>
                    <a:pt x="206551" y="2246954"/>
                    <a:pt x="207821" y="2193614"/>
                    <a:pt x="202741" y="2135194"/>
                  </a:cubicBezTo>
                  <a:cubicBezTo>
                    <a:pt x="195121" y="2039944"/>
                    <a:pt x="172261" y="1761814"/>
                    <a:pt x="195121" y="1752924"/>
                  </a:cubicBezTo>
                  <a:cubicBezTo>
                    <a:pt x="202741" y="1749114"/>
                    <a:pt x="226871" y="1777054"/>
                    <a:pt x="231951" y="1796104"/>
                  </a:cubicBezTo>
                  <a:cubicBezTo>
                    <a:pt x="238301" y="1821504"/>
                    <a:pt x="214171" y="1858334"/>
                    <a:pt x="207821" y="1897704"/>
                  </a:cubicBezTo>
                  <a:cubicBezTo>
                    <a:pt x="201471" y="1952314"/>
                    <a:pt x="210361" y="2047564"/>
                    <a:pt x="201471" y="2092014"/>
                  </a:cubicBezTo>
                  <a:cubicBezTo>
                    <a:pt x="196391" y="2116144"/>
                    <a:pt x="186231" y="2121224"/>
                    <a:pt x="179881" y="2145354"/>
                  </a:cubicBezTo>
                  <a:cubicBezTo>
                    <a:pt x="169721" y="2193614"/>
                    <a:pt x="179881" y="2332044"/>
                    <a:pt x="162101" y="2368874"/>
                  </a:cubicBezTo>
                  <a:cubicBezTo>
                    <a:pt x="153211" y="2385384"/>
                    <a:pt x="140511" y="2396814"/>
                    <a:pt x="129081" y="2396814"/>
                  </a:cubicBezTo>
                  <a:cubicBezTo>
                    <a:pt x="116381" y="2398084"/>
                    <a:pt x="98601" y="2384114"/>
                    <a:pt x="88441" y="2368874"/>
                  </a:cubicBezTo>
                  <a:cubicBezTo>
                    <a:pt x="75741" y="2348554"/>
                    <a:pt x="74471" y="2321884"/>
                    <a:pt x="69391" y="2279974"/>
                  </a:cubicBezTo>
                  <a:cubicBezTo>
                    <a:pt x="59231" y="2180914"/>
                    <a:pt x="38911" y="1846904"/>
                    <a:pt x="65581" y="1777054"/>
                  </a:cubicBezTo>
                  <a:cubicBezTo>
                    <a:pt x="73201" y="1755464"/>
                    <a:pt x="87171" y="1744034"/>
                    <a:pt x="98601" y="1740224"/>
                  </a:cubicBezTo>
                  <a:cubicBezTo>
                    <a:pt x="106221" y="1737684"/>
                    <a:pt x="117651" y="1741494"/>
                    <a:pt x="124001" y="1746574"/>
                  </a:cubicBezTo>
                  <a:cubicBezTo>
                    <a:pt x="131621" y="1752924"/>
                    <a:pt x="140511" y="1766894"/>
                    <a:pt x="140511" y="1777054"/>
                  </a:cubicBezTo>
                  <a:cubicBezTo>
                    <a:pt x="139241" y="1789754"/>
                    <a:pt x="118921" y="1796104"/>
                    <a:pt x="112571" y="1816424"/>
                  </a:cubicBezTo>
                  <a:cubicBezTo>
                    <a:pt x="96061" y="1868494"/>
                    <a:pt x="120191" y="2045024"/>
                    <a:pt x="108761" y="2116144"/>
                  </a:cubicBezTo>
                  <a:cubicBezTo>
                    <a:pt x="103681" y="2155514"/>
                    <a:pt x="87171" y="2175834"/>
                    <a:pt x="82091" y="2207584"/>
                  </a:cubicBezTo>
                  <a:cubicBezTo>
                    <a:pt x="77011" y="2241874"/>
                    <a:pt x="87171" y="2291404"/>
                    <a:pt x="79551" y="2316804"/>
                  </a:cubicBezTo>
                  <a:cubicBezTo>
                    <a:pt x="75741" y="2332044"/>
                    <a:pt x="70661" y="2343474"/>
                    <a:pt x="63041" y="2349824"/>
                  </a:cubicBezTo>
                  <a:cubicBezTo>
                    <a:pt x="55421" y="2354904"/>
                    <a:pt x="46531" y="2357444"/>
                    <a:pt x="38911" y="2356174"/>
                  </a:cubicBezTo>
                  <a:cubicBezTo>
                    <a:pt x="27481" y="2353634"/>
                    <a:pt x="5891" y="2337124"/>
                    <a:pt x="2081" y="2324424"/>
                  </a:cubicBezTo>
                  <a:cubicBezTo>
                    <a:pt x="-459" y="2314264"/>
                    <a:pt x="5891" y="2297754"/>
                    <a:pt x="12241" y="2288864"/>
                  </a:cubicBezTo>
                  <a:cubicBezTo>
                    <a:pt x="17321" y="2282514"/>
                    <a:pt x="26211" y="2278704"/>
                    <a:pt x="35101" y="2277434"/>
                  </a:cubicBezTo>
                  <a:cubicBezTo>
                    <a:pt x="45261" y="2277434"/>
                    <a:pt x="61771" y="2282514"/>
                    <a:pt x="69391" y="2290134"/>
                  </a:cubicBezTo>
                  <a:cubicBezTo>
                    <a:pt x="77011" y="2297754"/>
                    <a:pt x="80821" y="2314264"/>
                    <a:pt x="79551" y="2325694"/>
                  </a:cubicBezTo>
                  <a:cubicBezTo>
                    <a:pt x="77011" y="2335854"/>
                    <a:pt x="65581" y="2349824"/>
                    <a:pt x="55421" y="2353634"/>
                  </a:cubicBezTo>
                  <a:cubicBezTo>
                    <a:pt x="45261" y="2357444"/>
                    <a:pt x="27481" y="2353634"/>
                    <a:pt x="18591" y="2348554"/>
                  </a:cubicBezTo>
                  <a:cubicBezTo>
                    <a:pt x="10971" y="2344744"/>
                    <a:pt x="7161" y="2338394"/>
                    <a:pt x="3351" y="2329504"/>
                  </a:cubicBezTo>
                  <a:cubicBezTo>
                    <a:pt x="-1729" y="2311724"/>
                    <a:pt x="-459" y="2281244"/>
                    <a:pt x="3351" y="2252034"/>
                  </a:cubicBezTo>
                  <a:cubicBezTo>
                    <a:pt x="7161" y="2212664"/>
                    <a:pt x="27481" y="2169484"/>
                    <a:pt x="33831" y="2114874"/>
                  </a:cubicBezTo>
                  <a:cubicBezTo>
                    <a:pt x="43991" y="2037404"/>
                    <a:pt x="26211" y="1892624"/>
                    <a:pt x="40181" y="1829124"/>
                  </a:cubicBezTo>
                  <a:cubicBezTo>
                    <a:pt x="49071" y="1794834"/>
                    <a:pt x="59231" y="1765624"/>
                    <a:pt x="74471" y="1752924"/>
                  </a:cubicBezTo>
                  <a:cubicBezTo>
                    <a:pt x="85901" y="1742764"/>
                    <a:pt x="104951" y="1737684"/>
                    <a:pt x="116381" y="1742764"/>
                  </a:cubicBezTo>
                  <a:cubicBezTo>
                    <a:pt x="126541" y="1746574"/>
                    <a:pt x="134161" y="1758004"/>
                    <a:pt x="140511" y="1777054"/>
                  </a:cubicBezTo>
                  <a:cubicBezTo>
                    <a:pt x="159561" y="1839284"/>
                    <a:pt x="132891" y="2090744"/>
                    <a:pt x="139241" y="2199964"/>
                  </a:cubicBezTo>
                  <a:cubicBezTo>
                    <a:pt x="144321" y="2269814"/>
                    <a:pt x="174801" y="2338394"/>
                    <a:pt x="162101" y="2368874"/>
                  </a:cubicBezTo>
                  <a:cubicBezTo>
                    <a:pt x="154481" y="2385384"/>
                    <a:pt x="132891" y="2399354"/>
                    <a:pt x="120191" y="2396814"/>
                  </a:cubicBezTo>
                  <a:cubicBezTo>
                    <a:pt x="107491" y="2395544"/>
                    <a:pt x="87171" y="2371414"/>
                    <a:pt x="87171" y="2359984"/>
                  </a:cubicBezTo>
                  <a:cubicBezTo>
                    <a:pt x="87171" y="2351094"/>
                    <a:pt x="106221" y="2346014"/>
                    <a:pt x="108761" y="2335854"/>
                  </a:cubicBezTo>
                  <a:cubicBezTo>
                    <a:pt x="111301" y="2324424"/>
                    <a:pt x="99871" y="2311724"/>
                    <a:pt x="97331" y="2293944"/>
                  </a:cubicBezTo>
                  <a:cubicBezTo>
                    <a:pt x="94791" y="2264734"/>
                    <a:pt x="98601" y="2215204"/>
                    <a:pt x="103681" y="2179644"/>
                  </a:cubicBezTo>
                  <a:cubicBezTo>
                    <a:pt x="108761" y="2146624"/>
                    <a:pt x="122731" y="2126304"/>
                    <a:pt x="129081" y="2089474"/>
                  </a:cubicBezTo>
                  <a:cubicBezTo>
                    <a:pt x="137971" y="2034864"/>
                    <a:pt x="130351" y="1947234"/>
                    <a:pt x="140511" y="1881194"/>
                  </a:cubicBezTo>
                  <a:cubicBezTo>
                    <a:pt x="150671" y="1820234"/>
                    <a:pt x="162101" y="1717364"/>
                    <a:pt x="190041" y="1707204"/>
                  </a:cubicBezTo>
                  <a:cubicBezTo>
                    <a:pt x="207821" y="1699584"/>
                    <a:pt x="243381" y="1718634"/>
                    <a:pt x="259891" y="1746574"/>
                  </a:cubicBezTo>
                  <a:cubicBezTo>
                    <a:pt x="295451" y="1804994"/>
                    <a:pt x="259891" y="2029784"/>
                    <a:pt x="270051" y="2125034"/>
                  </a:cubicBezTo>
                  <a:cubicBezTo>
                    <a:pt x="275131" y="2183454"/>
                    <a:pt x="297991" y="2235524"/>
                    <a:pt x="294181" y="2264734"/>
                  </a:cubicBezTo>
                  <a:cubicBezTo>
                    <a:pt x="291641" y="2278704"/>
                    <a:pt x="286561" y="2288864"/>
                    <a:pt x="278941" y="2293944"/>
                  </a:cubicBezTo>
                  <a:cubicBezTo>
                    <a:pt x="271321" y="2299024"/>
                    <a:pt x="261161" y="2302834"/>
                    <a:pt x="253541" y="2300294"/>
                  </a:cubicBezTo>
                  <a:cubicBezTo>
                    <a:pt x="242111" y="2296484"/>
                    <a:pt x="229411" y="2286324"/>
                    <a:pt x="221791" y="2264734"/>
                  </a:cubicBezTo>
                  <a:cubicBezTo>
                    <a:pt x="193851" y="2191074"/>
                    <a:pt x="198931" y="1785944"/>
                    <a:pt x="225601" y="1716094"/>
                  </a:cubicBezTo>
                  <a:cubicBezTo>
                    <a:pt x="233221" y="1695774"/>
                    <a:pt x="243381" y="1684344"/>
                    <a:pt x="253541" y="1683074"/>
                  </a:cubicBezTo>
                  <a:cubicBezTo>
                    <a:pt x="264971" y="1681804"/>
                    <a:pt x="280211" y="1690694"/>
                    <a:pt x="289101" y="1708474"/>
                  </a:cubicBezTo>
                  <a:cubicBezTo>
                    <a:pt x="320851" y="1768164"/>
                    <a:pt x="291641" y="2104714"/>
                    <a:pt x="281481" y="2225364"/>
                  </a:cubicBezTo>
                  <a:cubicBezTo>
                    <a:pt x="276401" y="2292674"/>
                    <a:pt x="275131" y="2353634"/>
                    <a:pt x="258621" y="2380304"/>
                  </a:cubicBezTo>
                  <a:cubicBezTo>
                    <a:pt x="251001" y="2391734"/>
                    <a:pt x="240841" y="2398084"/>
                    <a:pt x="230681" y="2399354"/>
                  </a:cubicBezTo>
                  <a:cubicBezTo>
                    <a:pt x="221791" y="2400624"/>
                    <a:pt x="209091" y="2399354"/>
                    <a:pt x="200201" y="2386654"/>
                  </a:cubicBezTo>
                  <a:cubicBezTo>
                    <a:pt x="167181" y="2342204"/>
                    <a:pt x="201471" y="2034864"/>
                    <a:pt x="181151" y="1915484"/>
                  </a:cubicBezTo>
                  <a:cubicBezTo>
                    <a:pt x="168451" y="1840554"/>
                    <a:pt x="141781" y="1806264"/>
                    <a:pt x="125271" y="1737684"/>
                  </a:cubicBezTo>
                  <a:cubicBezTo>
                    <a:pt x="101141" y="1644974"/>
                    <a:pt x="70661" y="1511624"/>
                    <a:pt x="63041" y="1411294"/>
                  </a:cubicBezTo>
                  <a:cubicBezTo>
                    <a:pt x="55421" y="1326204"/>
                    <a:pt x="55421" y="1224604"/>
                    <a:pt x="68121" y="1173804"/>
                  </a:cubicBezTo>
                  <a:cubicBezTo>
                    <a:pt x="74471" y="1147134"/>
                    <a:pt x="82091" y="1124274"/>
                    <a:pt x="98601" y="1116654"/>
                  </a:cubicBezTo>
                  <a:cubicBezTo>
                    <a:pt x="115111" y="1110304"/>
                    <a:pt x="149401" y="1114114"/>
                    <a:pt x="167181" y="1136974"/>
                  </a:cubicBezTo>
                  <a:cubicBezTo>
                    <a:pt x="214171" y="1200474"/>
                    <a:pt x="192581" y="1644974"/>
                    <a:pt x="168451" y="1700854"/>
                  </a:cubicBezTo>
                  <a:cubicBezTo>
                    <a:pt x="162101" y="1713554"/>
                    <a:pt x="155751" y="1716094"/>
                    <a:pt x="146861" y="1718634"/>
                  </a:cubicBezTo>
                  <a:cubicBezTo>
                    <a:pt x="139241" y="1722444"/>
                    <a:pt x="127811" y="1722444"/>
                    <a:pt x="120191" y="1718634"/>
                  </a:cubicBezTo>
                  <a:cubicBezTo>
                    <a:pt x="110031" y="1713554"/>
                    <a:pt x="101141" y="1703394"/>
                    <a:pt x="94791" y="1683074"/>
                  </a:cubicBezTo>
                  <a:cubicBezTo>
                    <a:pt x="70661" y="1600524"/>
                    <a:pt x="73201" y="1095064"/>
                    <a:pt x="110031" y="1020134"/>
                  </a:cubicBezTo>
                  <a:cubicBezTo>
                    <a:pt x="120191" y="1001084"/>
                    <a:pt x="132891" y="990924"/>
                    <a:pt x="145591" y="990924"/>
                  </a:cubicBezTo>
                  <a:cubicBezTo>
                    <a:pt x="159561" y="992194"/>
                    <a:pt x="177341" y="1009974"/>
                    <a:pt x="191311" y="1031564"/>
                  </a:cubicBezTo>
                  <a:cubicBezTo>
                    <a:pt x="217981" y="1073474"/>
                    <a:pt x="264971" y="1218254"/>
                    <a:pt x="261161" y="1251274"/>
                  </a:cubicBezTo>
                  <a:cubicBezTo>
                    <a:pt x="259891" y="1262704"/>
                    <a:pt x="256081" y="1267784"/>
                    <a:pt x="249731" y="1271594"/>
                  </a:cubicBezTo>
                  <a:cubicBezTo>
                    <a:pt x="242111" y="1276674"/>
                    <a:pt x="226871" y="1280484"/>
                    <a:pt x="219251" y="1277944"/>
                  </a:cubicBezTo>
                  <a:cubicBezTo>
                    <a:pt x="209091" y="1274134"/>
                    <a:pt x="198931" y="1262704"/>
                    <a:pt x="195121" y="1247464"/>
                  </a:cubicBezTo>
                  <a:cubicBezTo>
                    <a:pt x="186231" y="1214444"/>
                    <a:pt x="221791" y="1126814"/>
                    <a:pt x="225601" y="1068394"/>
                  </a:cubicBezTo>
                  <a:cubicBezTo>
                    <a:pt x="230681" y="1013784"/>
                    <a:pt x="212901" y="937584"/>
                    <a:pt x="225601" y="905834"/>
                  </a:cubicBezTo>
                  <a:cubicBezTo>
                    <a:pt x="231951" y="889324"/>
                    <a:pt x="243381" y="874084"/>
                    <a:pt x="253541" y="872814"/>
                  </a:cubicBezTo>
                  <a:cubicBezTo>
                    <a:pt x="264971" y="871544"/>
                    <a:pt x="280211" y="880434"/>
                    <a:pt x="290371" y="898214"/>
                  </a:cubicBezTo>
                  <a:cubicBezTo>
                    <a:pt x="322121" y="959174"/>
                    <a:pt x="301801" y="1321124"/>
                    <a:pt x="292911" y="1423994"/>
                  </a:cubicBezTo>
                  <a:cubicBezTo>
                    <a:pt x="289101" y="1468444"/>
                    <a:pt x="287831" y="1504004"/>
                    <a:pt x="276401" y="1517974"/>
                  </a:cubicBezTo>
                  <a:cubicBezTo>
                    <a:pt x="270051" y="1525594"/>
                    <a:pt x="259891" y="1526864"/>
                    <a:pt x="252271" y="1525594"/>
                  </a:cubicBezTo>
                  <a:cubicBezTo>
                    <a:pt x="242111" y="1524324"/>
                    <a:pt x="234491" y="1521784"/>
                    <a:pt x="223061" y="1509084"/>
                  </a:cubicBezTo>
                  <a:cubicBezTo>
                    <a:pt x="182421" y="1463364"/>
                    <a:pt x="52881" y="1164914"/>
                    <a:pt x="40181" y="1109034"/>
                  </a:cubicBezTo>
                  <a:cubicBezTo>
                    <a:pt x="37641" y="1095064"/>
                    <a:pt x="37641" y="1089984"/>
                    <a:pt x="40181" y="1081094"/>
                  </a:cubicBezTo>
                  <a:cubicBezTo>
                    <a:pt x="42721" y="1073474"/>
                    <a:pt x="50341" y="1064584"/>
                    <a:pt x="57961" y="1060774"/>
                  </a:cubicBezTo>
                  <a:cubicBezTo>
                    <a:pt x="66851" y="1056964"/>
                    <a:pt x="83361" y="1054424"/>
                    <a:pt x="93521" y="1060774"/>
                  </a:cubicBezTo>
                  <a:cubicBezTo>
                    <a:pt x="108761" y="1069664"/>
                    <a:pt x="118921" y="1100144"/>
                    <a:pt x="130351" y="1125544"/>
                  </a:cubicBezTo>
                  <a:cubicBezTo>
                    <a:pt x="145591" y="1159834"/>
                    <a:pt x="163371" y="1210634"/>
                    <a:pt x="170991" y="1253814"/>
                  </a:cubicBezTo>
                  <a:cubicBezTo>
                    <a:pt x="178611" y="1296994"/>
                    <a:pt x="168451" y="1351604"/>
                    <a:pt x="177341" y="1384624"/>
                  </a:cubicBezTo>
                  <a:cubicBezTo>
                    <a:pt x="182421" y="1406214"/>
                    <a:pt x="202741" y="1420184"/>
                    <a:pt x="201471" y="1434154"/>
                  </a:cubicBezTo>
                  <a:cubicBezTo>
                    <a:pt x="198931" y="1445584"/>
                    <a:pt x="184961" y="1460824"/>
                    <a:pt x="174801" y="1464634"/>
                  </a:cubicBezTo>
                  <a:cubicBezTo>
                    <a:pt x="164641" y="1467174"/>
                    <a:pt x="149401" y="1463364"/>
                    <a:pt x="143051" y="1455744"/>
                  </a:cubicBezTo>
                  <a:cubicBezTo>
                    <a:pt x="135431" y="1449394"/>
                    <a:pt x="131621" y="1440504"/>
                    <a:pt x="130351" y="1425264"/>
                  </a:cubicBezTo>
                  <a:cubicBezTo>
                    <a:pt x="129081" y="1390974"/>
                    <a:pt x="176071" y="1288104"/>
                    <a:pt x="181151" y="1247464"/>
                  </a:cubicBezTo>
                  <a:cubicBezTo>
                    <a:pt x="182421" y="1227144"/>
                    <a:pt x="172261" y="1210634"/>
                    <a:pt x="177341" y="1200474"/>
                  </a:cubicBezTo>
                  <a:cubicBezTo>
                    <a:pt x="182421" y="1192854"/>
                    <a:pt x="197661" y="1187774"/>
                    <a:pt x="207821" y="1187774"/>
                  </a:cubicBezTo>
                  <a:cubicBezTo>
                    <a:pt x="215441" y="1187774"/>
                    <a:pt x="221791" y="1190314"/>
                    <a:pt x="230681" y="1197934"/>
                  </a:cubicBezTo>
                  <a:cubicBezTo>
                    <a:pt x="245921" y="1211904"/>
                    <a:pt x="285291" y="1261434"/>
                    <a:pt x="284021" y="1284294"/>
                  </a:cubicBezTo>
                  <a:cubicBezTo>
                    <a:pt x="282751" y="1298264"/>
                    <a:pt x="264971" y="1317314"/>
                    <a:pt x="253541" y="1318584"/>
                  </a:cubicBezTo>
                  <a:cubicBezTo>
                    <a:pt x="242111" y="1319854"/>
                    <a:pt x="224331" y="1309694"/>
                    <a:pt x="215441" y="1291914"/>
                  </a:cubicBezTo>
                  <a:cubicBezTo>
                    <a:pt x="192581" y="1246194"/>
                    <a:pt x="204011" y="1007434"/>
                    <a:pt x="229411" y="968064"/>
                  </a:cubicBezTo>
                  <a:cubicBezTo>
                    <a:pt x="238301" y="955364"/>
                    <a:pt x="252271" y="949014"/>
                    <a:pt x="261161" y="951554"/>
                  </a:cubicBezTo>
                  <a:cubicBezTo>
                    <a:pt x="272591" y="952824"/>
                    <a:pt x="282751" y="965524"/>
                    <a:pt x="290371" y="983304"/>
                  </a:cubicBezTo>
                  <a:cubicBezTo>
                    <a:pt x="306881" y="1025214"/>
                    <a:pt x="304341" y="1196664"/>
                    <a:pt x="291641" y="1236034"/>
                  </a:cubicBezTo>
                  <a:cubicBezTo>
                    <a:pt x="287831" y="1248734"/>
                    <a:pt x="282751" y="1255084"/>
                    <a:pt x="275131" y="1258894"/>
                  </a:cubicBezTo>
                  <a:cubicBezTo>
                    <a:pt x="268781" y="1262704"/>
                    <a:pt x="259891" y="1263974"/>
                    <a:pt x="253541" y="1261434"/>
                  </a:cubicBezTo>
                  <a:cubicBezTo>
                    <a:pt x="244651" y="1258894"/>
                    <a:pt x="234491" y="1248734"/>
                    <a:pt x="229411" y="1234764"/>
                  </a:cubicBezTo>
                  <a:cubicBezTo>
                    <a:pt x="221791" y="1209364"/>
                    <a:pt x="235761" y="1152214"/>
                    <a:pt x="245921" y="1105224"/>
                  </a:cubicBezTo>
                  <a:cubicBezTo>
                    <a:pt x="257351" y="1048074"/>
                    <a:pt x="277671" y="960444"/>
                    <a:pt x="303071" y="915994"/>
                  </a:cubicBezTo>
                  <a:cubicBezTo>
                    <a:pt x="318311" y="888054"/>
                    <a:pt x="348791" y="872814"/>
                    <a:pt x="357681" y="853764"/>
                  </a:cubicBezTo>
                  <a:cubicBezTo>
                    <a:pt x="364031" y="842334"/>
                    <a:pt x="358951" y="829634"/>
                    <a:pt x="366571" y="823284"/>
                  </a:cubicBezTo>
                  <a:cubicBezTo>
                    <a:pt x="375461" y="815664"/>
                    <a:pt x="399591" y="813124"/>
                    <a:pt x="411021" y="819474"/>
                  </a:cubicBezTo>
                  <a:cubicBezTo>
                    <a:pt x="423721" y="825824"/>
                    <a:pt x="431341" y="844874"/>
                    <a:pt x="436421" y="865194"/>
                  </a:cubicBezTo>
                  <a:cubicBezTo>
                    <a:pt x="446581" y="899484"/>
                    <a:pt x="455471" y="983304"/>
                    <a:pt x="445311" y="1013784"/>
                  </a:cubicBezTo>
                  <a:cubicBezTo>
                    <a:pt x="438961" y="1030294"/>
                    <a:pt x="427531" y="1044264"/>
                    <a:pt x="417371" y="1045534"/>
                  </a:cubicBezTo>
                  <a:cubicBezTo>
                    <a:pt x="405941" y="1046804"/>
                    <a:pt x="390701" y="1037914"/>
                    <a:pt x="381811" y="1021404"/>
                  </a:cubicBezTo>
                  <a:cubicBezTo>
                    <a:pt x="355141" y="973144"/>
                    <a:pt x="355141" y="697554"/>
                    <a:pt x="366571" y="650564"/>
                  </a:cubicBezTo>
                  <a:cubicBezTo>
                    <a:pt x="369111" y="639134"/>
                    <a:pt x="370381" y="635324"/>
                    <a:pt x="376731" y="630244"/>
                  </a:cubicBezTo>
                  <a:cubicBezTo>
                    <a:pt x="384351" y="625164"/>
                    <a:pt x="404671" y="622624"/>
                    <a:pt x="413561" y="626434"/>
                  </a:cubicBezTo>
                  <a:cubicBezTo>
                    <a:pt x="422451" y="631514"/>
                    <a:pt x="431341" y="649294"/>
                    <a:pt x="430071" y="659454"/>
                  </a:cubicBezTo>
                  <a:cubicBezTo>
                    <a:pt x="428801" y="668344"/>
                    <a:pt x="414831" y="667074"/>
                    <a:pt x="405941" y="682314"/>
                  </a:cubicBezTo>
                  <a:cubicBezTo>
                    <a:pt x="370381" y="742004"/>
                    <a:pt x="292911" y="1169994"/>
                    <a:pt x="254811" y="1223334"/>
                  </a:cubicBezTo>
                  <a:cubicBezTo>
                    <a:pt x="245921" y="1236034"/>
                    <a:pt x="238301" y="1238574"/>
                    <a:pt x="230681" y="1239844"/>
                  </a:cubicBezTo>
                  <a:cubicBezTo>
                    <a:pt x="223061" y="1241114"/>
                    <a:pt x="214171" y="1238574"/>
                    <a:pt x="209091" y="1234764"/>
                  </a:cubicBezTo>
                  <a:cubicBezTo>
                    <a:pt x="202741" y="1229684"/>
                    <a:pt x="198931" y="1223334"/>
                    <a:pt x="195121" y="1208094"/>
                  </a:cubicBezTo>
                  <a:cubicBezTo>
                    <a:pt x="182421" y="1154754"/>
                    <a:pt x="169721" y="861384"/>
                    <a:pt x="196391" y="809314"/>
                  </a:cubicBezTo>
                  <a:cubicBezTo>
                    <a:pt x="204011" y="791534"/>
                    <a:pt x="219251" y="782644"/>
                    <a:pt x="230681" y="783914"/>
                  </a:cubicBezTo>
                  <a:cubicBezTo>
                    <a:pt x="240841" y="783914"/>
                    <a:pt x="252271" y="797884"/>
                    <a:pt x="259891" y="814394"/>
                  </a:cubicBezTo>
                  <a:cubicBezTo>
                    <a:pt x="275131" y="849954"/>
                    <a:pt x="261161" y="931234"/>
                    <a:pt x="268781" y="1011244"/>
                  </a:cubicBezTo>
                  <a:cubicBezTo>
                    <a:pt x="280211" y="1136974"/>
                    <a:pt x="346251" y="1396054"/>
                    <a:pt x="339901" y="1500194"/>
                  </a:cubicBezTo>
                  <a:cubicBezTo>
                    <a:pt x="337361" y="1548454"/>
                    <a:pt x="327201" y="1603064"/>
                    <a:pt x="310691" y="1606874"/>
                  </a:cubicBezTo>
                  <a:cubicBezTo>
                    <a:pt x="295451" y="1610684"/>
                    <a:pt x="264971" y="1558614"/>
                    <a:pt x="247191" y="1529404"/>
                  </a:cubicBezTo>
                  <a:cubicBezTo>
                    <a:pt x="226871" y="1498924"/>
                    <a:pt x="214171" y="1469714"/>
                    <a:pt x="195121" y="1425264"/>
                  </a:cubicBezTo>
                  <a:cubicBezTo>
                    <a:pt x="165911" y="1351604"/>
                    <a:pt x="115111" y="1210634"/>
                    <a:pt x="96061" y="1124274"/>
                  </a:cubicBezTo>
                  <a:cubicBezTo>
                    <a:pt x="80821" y="1059504"/>
                    <a:pt x="78281" y="1023944"/>
                    <a:pt x="73201" y="951554"/>
                  </a:cubicBezTo>
                  <a:cubicBezTo>
                    <a:pt x="65581" y="833444"/>
                    <a:pt x="46531" y="546424"/>
                    <a:pt x="69391" y="481654"/>
                  </a:cubicBezTo>
                  <a:cubicBezTo>
                    <a:pt x="77011" y="462604"/>
                    <a:pt x="88441" y="451174"/>
                    <a:pt x="98601" y="449904"/>
                  </a:cubicBezTo>
                  <a:cubicBezTo>
                    <a:pt x="110031" y="448634"/>
                    <a:pt x="125271" y="457524"/>
                    <a:pt x="134161" y="474034"/>
                  </a:cubicBezTo>
                  <a:cubicBezTo>
                    <a:pt x="160831" y="523564"/>
                    <a:pt x="164641" y="791534"/>
                    <a:pt x="140511" y="846144"/>
                  </a:cubicBezTo>
                  <a:cubicBezTo>
                    <a:pt x="131621" y="866464"/>
                    <a:pt x="116381" y="877894"/>
                    <a:pt x="103681" y="880434"/>
                  </a:cubicBezTo>
                  <a:cubicBezTo>
                    <a:pt x="96061" y="881704"/>
                    <a:pt x="85901" y="876624"/>
                    <a:pt x="79551" y="870274"/>
                  </a:cubicBezTo>
                  <a:cubicBezTo>
                    <a:pt x="71931" y="863924"/>
                    <a:pt x="66851" y="852494"/>
                    <a:pt x="66851" y="838524"/>
                  </a:cubicBezTo>
                  <a:cubicBezTo>
                    <a:pt x="65581" y="813124"/>
                    <a:pt x="92251" y="777564"/>
                    <a:pt x="98601" y="731844"/>
                  </a:cubicBezTo>
                  <a:cubicBezTo>
                    <a:pt x="111301" y="651834"/>
                    <a:pt x="79551" y="444824"/>
                    <a:pt x="102411" y="400374"/>
                  </a:cubicBezTo>
                  <a:cubicBezTo>
                    <a:pt x="110031" y="383864"/>
                    <a:pt x="122731" y="377514"/>
                    <a:pt x="134161" y="376244"/>
                  </a:cubicBezTo>
                  <a:cubicBezTo>
                    <a:pt x="144321" y="376244"/>
                    <a:pt x="155751" y="382594"/>
                    <a:pt x="167181" y="397834"/>
                  </a:cubicBezTo>
                  <a:cubicBezTo>
                    <a:pt x="198931" y="439744"/>
                    <a:pt x="278941" y="682314"/>
                    <a:pt x="258621" y="716604"/>
                  </a:cubicBezTo>
                  <a:cubicBezTo>
                    <a:pt x="251001" y="728034"/>
                    <a:pt x="228141" y="729304"/>
                    <a:pt x="217981" y="724224"/>
                  </a:cubicBezTo>
                  <a:cubicBezTo>
                    <a:pt x="207821" y="720414"/>
                    <a:pt x="196391" y="706444"/>
                    <a:pt x="196391" y="689934"/>
                  </a:cubicBezTo>
                  <a:cubicBezTo>
                    <a:pt x="195121" y="655644"/>
                    <a:pt x="273861" y="581984"/>
                    <a:pt x="294181" y="526104"/>
                  </a:cubicBezTo>
                  <a:cubicBezTo>
                    <a:pt x="313231" y="475304"/>
                    <a:pt x="314501" y="430854"/>
                    <a:pt x="318311" y="368624"/>
                  </a:cubicBezTo>
                  <a:cubicBezTo>
                    <a:pt x="322121" y="277184"/>
                    <a:pt x="286561" y="73984"/>
                    <a:pt x="299261" y="29534"/>
                  </a:cubicBezTo>
                  <a:cubicBezTo>
                    <a:pt x="303071" y="15564"/>
                    <a:pt x="309421" y="11754"/>
                    <a:pt x="315771" y="6674"/>
                  </a:cubicBezTo>
                  <a:cubicBezTo>
                    <a:pt x="323391" y="1594"/>
                    <a:pt x="334821" y="-946"/>
                    <a:pt x="343711" y="324"/>
                  </a:cubicBezTo>
                  <a:cubicBezTo>
                    <a:pt x="352601" y="1594"/>
                    <a:pt x="361491" y="7944"/>
                    <a:pt x="367841" y="14294"/>
                  </a:cubicBezTo>
                  <a:cubicBezTo>
                    <a:pt x="372921" y="20644"/>
                    <a:pt x="376731" y="28264"/>
                    <a:pt x="376731" y="39694"/>
                  </a:cubicBezTo>
                  <a:cubicBezTo>
                    <a:pt x="378001" y="71444"/>
                    <a:pt x="334821" y="152724"/>
                    <a:pt x="325931" y="200984"/>
                  </a:cubicBezTo>
                  <a:cubicBezTo>
                    <a:pt x="318311" y="240354"/>
                    <a:pt x="324661" y="272104"/>
                    <a:pt x="319581" y="308934"/>
                  </a:cubicBezTo>
                  <a:cubicBezTo>
                    <a:pt x="314501" y="345764"/>
                    <a:pt x="305611" y="396564"/>
                    <a:pt x="292911" y="419424"/>
                  </a:cubicBezTo>
                  <a:cubicBezTo>
                    <a:pt x="286561" y="430854"/>
                    <a:pt x="277671" y="439744"/>
                    <a:pt x="267511" y="442284"/>
                  </a:cubicBezTo>
                  <a:cubicBezTo>
                    <a:pt x="258621" y="444824"/>
                    <a:pt x="242111" y="441014"/>
                    <a:pt x="234491" y="434664"/>
                  </a:cubicBezTo>
                  <a:cubicBezTo>
                    <a:pt x="228141" y="429584"/>
                    <a:pt x="224331" y="421964"/>
                    <a:pt x="221791" y="411804"/>
                  </a:cubicBezTo>
                  <a:cubicBezTo>
                    <a:pt x="219251" y="397834"/>
                    <a:pt x="221791" y="369894"/>
                    <a:pt x="228141" y="354654"/>
                  </a:cubicBezTo>
                  <a:cubicBezTo>
                    <a:pt x="233221" y="341954"/>
                    <a:pt x="242111" y="325444"/>
                    <a:pt x="253541" y="322904"/>
                  </a:cubicBezTo>
                  <a:cubicBezTo>
                    <a:pt x="263701" y="319094"/>
                    <a:pt x="281481" y="324174"/>
                    <a:pt x="292911" y="335604"/>
                  </a:cubicBezTo>
                  <a:cubicBezTo>
                    <a:pt x="311961" y="357194"/>
                    <a:pt x="325931" y="443554"/>
                    <a:pt x="324661" y="470224"/>
                  </a:cubicBezTo>
                  <a:cubicBezTo>
                    <a:pt x="323391" y="481654"/>
                    <a:pt x="320851" y="488004"/>
                    <a:pt x="315771" y="493084"/>
                  </a:cubicBezTo>
                  <a:cubicBezTo>
                    <a:pt x="306881" y="500704"/>
                    <a:pt x="286561" y="505784"/>
                    <a:pt x="276401" y="503244"/>
                  </a:cubicBezTo>
                  <a:cubicBezTo>
                    <a:pt x="267511" y="499434"/>
                    <a:pt x="259891" y="493084"/>
                    <a:pt x="254811" y="477844"/>
                  </a:cubicBezTo>
                  <a:cubicBezTo>
                    <a:pt x="238301" y="435934"/>
                    <a:pt x="238301" y="227654"/>
                    <a:pt x="258621" y="183204"/>
                  </a:cubicBezTo>
                  <a:cubicBezTo>
                    <a:pt x="266241" y="166694"/>
                    <a:pt x="278941" y="157804"/>
                    <a:pt x="290371" y="156534"/>
                  </a:cubicBezTo>
                  <a:cubicBezTo>
                    <a:pt x="300531" y="153994"/>
                    <a:pt x="310691" y="159074"/>
                    <a:pt x="322121" y="169234"/>
                  </a:cubicBezTo>
                  <a:cubicBezTo>
                    <a:pt x="344981" y="190824"/>
                    <a:pt x="366571" y="284804"/>
                    <a:pt x="393241" y="315284"/>
                  </a:cubicBezTo>
                  <a:cubicBezTo>
                    <a:pt x="409751" y="334334"/>
                    <a:pt x="444041" y="336874"/>
                    <a:pt x="447851" y="349574"/>
                  </a:cubicBezTo>
                  <a:cubicBezTo>
                    <a:pt x="450391" y="358464"/>
                    <a:pt x="440231" y="372434"/>
                    <a:pt x="432611" y="377514"/>
                  </a:cubicBezTo>
                  <a:cubicBezTo>
                    <a:pt x="424991" y="382594"/>
                    <a:pt x="409751" y="385134"/>
                    <a:pt x="400861" y="381324"/>
                  </a:cubicBezTo>
                  <a:cubicBezTo>
                    <a:pt x="391971" y="378784"/>
                    <a:pt x="384351" y="371164"/>
                    <a:pt x="379271" y="357194"/>
                  </a:cubicBezTo>
                  <a:cubicBezTo>
                    <a:pt x="362761" y="314014"/>
                    <a:pt x="361491" y="96844"/>
                    <a:pt x="379271" y="51124"/>
                  </a:cubicBezTo>
                  <a:cubicBezTo>
                    <a:pt x="384351" y="34614"/>
                    <a:pt x="393241" y="25724"/>
                    <a:pt x="402131" y="23184"/>
                  </a:cubicBezTo>
                  <a:cubicBezTo>
                    <a:pt x="412291" y="20644"/>
                    <a:pt x="430071" y="23184"/>
                    <a:pt x="437691" y="35884"/>
                  </a:cubicBezTo>
                  <a:cubicBezTo>
                    <a:pt x="460551" y="71444"/>
                    <a:pt x="419911" y="283534"/>
                    <a:pt x="404671" y="358464"/>
                  </a:cubicBezTo>
                  <a:cubicBezTo>
                    <a:pt x="395781" y="400374"/>
                    <a:pt x="386891" y="434664"/>
                    <a:pt x="374191" y="453714"/>
                  </a:cubicBezTo>
                  <a:cubicBezTo>
                    <a:pt x="366571" y="463874"/>
                    <a:pt x="357681" y="472764"/>
                    <a:pt x="347521" y="474034"/>
                  </a:cubicBezTo>
                  <a:cubicBezTo>
                    <a:pt x="336091" y="475304"/>
                    <a:pt x="319581" y="465144"/>
                    <a:pt x="310691" y="456254"/>
                  </a:cubicBezTo>
                  <a:cubicBezTo>
                    <a:pt x="301801" y="448634"/>
                    <a:pt x="299261" y="439744"/>
                    <a:pt x="294181" y="425774"/>
                  </a:cubicBezTo>
                  <a:cubicBezTo>
                    <a:pt x="285291" y="396564"/>
                    <a:pt x="267511" y="312744"/>
                    <a:pt x="280211" y="289884"/>
                  </a:cubicBezTo>
                  <a:cubicBezTo>
                    <a:pt x="286561" y="277184"/>
                    <a:pt x="304341" y="269564"/>
                    <a:pt x="314501" y="272104"/>
                  </a:cubicBezTo>
                  <a:cubicBezTo>
                    <a:pt x="325931" y="274644"/>
                    <a:pt x="344981" y="294964"/>
                    <a:pt x="344981" y="306394"/>
                  </a:cubicBezTo>
                  <a:cubicBezTo>
                    <a:pt x="344981" y="315284"/>
                    <a:pt x="325931" y="319094"/>
                    <a:pt x="319581" y="334334"/>
                  </a:cubicBezTo>
                  <a:cubicBezTo>
                    <a:pt x="306881" y="366084"/>
                    <a:pt x="318311" y="444824"/>
                    <a:pt x="305611" y="507054"/>
                  </a:cubicBezTo>
                  <a:cubicBezTo>
                    <a:pt x="289101" y="584524"/>
                    <a:pt x="252271" y="731844"/>
                    <a:pt x="223061" y="762324"/>
                  </a:cubicBezTo>
                  <a:cubicBezTo>
                    <a:pt x="212901" y="772484"/>
                    <a:pt x="201471" y="776294"/>
                    <a:pt x="191311" y="773754"/>
                  </a:cubicBezTo>
                  <a:cubicBezTo>
                    <a:pt x="181151" y="772484"/>
                    <a:pt x="168451" y="763594"/>
                    <a:pt x="160831" y="747084"/>
                  </a:cubicBezTo>
                  <a:cubicBezTo>
                    <a:pt x="136701" y="691204"/>
                    <a:pt x="140511" y="377514"/>
                    <a:pt x="168451" y="327984"/>
                  </a:cubicBezTo>
                  <a:cubicBezTo>
                    <a:pt x="176071" y="314014"/>
                    <a:pt x="188771" y="307664"/>
                    <a:pt x="198931" y="307664"/>
                  </a:cubicBezTo>
                  <a:cubicBezTo>
                    <a:pt x="209091" y="308934"/>
                    <a:pt x="220521" y="316554"/>
                    <a:pt x="229411" y="330524"/>
                  </a:cubicBezTo>
                  <a:cubicBezTo>
                    <a:pt x="252271" y="369894"/>
                    <a:pt x="275131" y="555314"/>
                    <a:pt x="262431" y="604844"/>
                  </a:cubicBezTo>
                  <a:cubicBezTo>
                    <a:pt x="258621" y="626434"/>
                    <a:pt x="247191" y="640404"/>
                    <a:pt x="235761" y="645484"/>
                  </a:cubicBezTo>
                  <a:cubicBezTo>
                    <a:pt x="228141" y="649294"/>
                    <a:pt x="217981" y="646754"/>
                    <a:pt x="210361" y="642944"/>
                  </a:cubicBezTo>
                  <a:cubicBezTo>
                    <a:pt x="202741" y="637864"/>
                    <a:pt x="191311" y="615004"/>
                    <a:pt x="191311" y="615004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6655" y="3099435"/>
            <a:ext cx="243840" cy="675322"/>
            <a:chOff x="0" y="0"/>
            <a:chExt cx="325120" cy="9004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918" y="50569"/>
              <a:ext cx="236864" cy="800556"/>
            </a:xfrm>
            <a:custGeom>
              <a:avLst/>
              <a:gdLst/>
              <a:ahLst/>
              <a:cxnLst/>
              <a:rect r="r" b="b" t="t" l="l"/>
              <a:pathLst>
                <a:path h="800556" w="236864">
                  <a:moveTo>
                    <a:pt x="75732" y="268201"/>
                  </a:moveTo>
                  <a:cubicBezTo>
                    <a:pt x="78272" y="630151"/>
                    <a:pt x="104942" y="663171"/>
                    <a:pt x="98592" y="684761"/>
                  </a:cubicBezTo>
                  <a:cubicBezTo>
                    <a:pt x="96052" y="697461"/>
                    <a:pt x="82082" y="708891"/>
                    <a:pt x="73192" y="711431"/>
                  </a:cubicBezTo>
                  <a:cubicBezTo>
                    <a:pt x="63032" y="713971"/>
                    <a:pt x="51602" y="712701"/>
                    <a:pt x="42712" y="702541"/>
                  </a:cubicBezTo>
                  <a:cubicBezTo>
                    <a:pt x="10962" y="659361"/>
                    <a:pt x="12232" y="265661"/>
                    <a:pt x="42712" y="208511"/>
                  </a:cubicBezTo>
                  <a:cubicBezTo>
                    <a:pt x="50332" y="192001"/>
                    <a:pt x="65572" y="184381"/>
                    <a:pt x="75732" y="185651"/>
                  </a:cubicBezTo>
                  <a:cubicBezTo>
                    <a:pt x="85892" y="185651"/>
                    <a:pt x="94782" y="194541"/>
                    <a:pt x="102402" y="208511"/>
                  </a:cubicBezTo>
                  <a:cubicBezTo>
                    <a:pt x="123992" y="250421"/>
                    <a:pt x="153202" y="466321"/>
                    <a:pt x="131612" y="504421"/>
                  </a:cubicBezTo>
                  <a:cubicBezTo>
                    <a:pt x="122722" y="518391"/>
                    <a:pt x="103672" y="523471"/>
                    <a:pt x="92242" y="520931"/>
                  </a:cubicBezTo>
                  <a:cubicBezTo>
                    <a:pt x="83352" y="518391"/>
                    <a:pt x="74462" y="509501"/>
                    <a:pt x="70652" y="492991"/>
                  </a:cubicBezTo>
                  <a:cubicBezTo>
                    <a:pt x="54142" y="430761"/>
                    <a:pt x="113832" y="65001"/>
                    <a:pt x="145582" y="15471"/>
                  </a:cubicBezTo>
                  <a:cubicBezTo>
                    <a:pt x="154472" y="4041"/>
                    <a:pt x="162092" y="1501"/>
                    <a:pt x="170982" y="231"/>
                  </a:cubicBezTo>
                  <a:cubicBezTo>
                    <a:pt x="179872" y="231"/>
                    <a:pt x="191302" y="2771"/>
                    <a:pt x="198922" y="11661"/>
                  </a:cubicBezTo>
                  <a:cubicBezTo>
                    <a:pt x="212892" y="29441"/>
                    <a:pt x="219242" y="72621"/>
                    <a:pt x="224322" y="118341"/>
                  </a:cubicBezTo>
                  <a:cubicBezTo>
                    <a:pt x="234482" y="199621"/>
                    <a:pt x="244642" y="406631"/>
                    <a:pt x="228132" y="458701"/>
                  </a:cubicBezTo>
                  <a:cubicBezTo>
                    <a:pt x="223052" y="475211"/>
                    <a:pt x="216702" y="485371"/>
                    <a:pt x="207812" y="489181"/>
                  </a:cubicBezTo>
                  <a:cubicBezTo>
                    <a:pt x="198922" y="491721"/>
                    <a:pt x="182412" y="489181"/>
                    <a:pt x="172252" y="480291"/>
                  </a:cubicBezTo>
                  <a:cubicBezTo>
                    <a:pt x="151932" y="461241"/>
                    <a:pt x="137962" y="379961"/>
                    <a:pt x="135422" y="345671"/>
                  </a:cubicBezTo>
                  <a:cubicBezTo>
                    <a:pt x="134152" y="322811"/>
                    <a:pt x="132882" y="299951"/>
                    <a:pt x="143042" y="291061"/>
                  </a:cubicBezTo>
                  <a:cubicBezTo>
                    <a:pt x="151932" y="283441"/>
                    <a:pt x="178602" y="284711"/>
                    <a:pt x="188762" y="289791"/>
                  </a:cubicBezTo>
                  <a:cubicBezTo>
                    <a:pt x="196382" y="293601"/>
                    <a:pt x="202732" y="302491"/>
                    <a:pt x="201462" y="311381"/>
                  </a:cubicBezTo>
                  <a:cubicBezTo>
                    <a:pt x="200192" y="322811"/>
                    <a:pt x="172252" y="336781"/>
                    <a:pt x="167172" y="350751"/>
                  </a:cubicBezTo>
                  <a:cubicBezTo>
                    <a:pt x="163362" y="362181"/>
                    <a:pt x="172252" y="378691"/>
                    <a:pt x="168442" y="388851"/>
                  </a:cubicBezTo>
                  <a:cubicBezTo>
                    <a:pt x="165902" y="396471"/>
                    <a:pt x="159552" y="404091"/>
                    <a:pt x="151932" y="407901"/>
                  </a:cubicBezTo>
                  <a:cubicBezTo>
                    <a:pt x="143042" y="411711"/>
                    <a:pt x="126532" y="412981"/>
                    <a:pt x="118912" y="407901"/>
                  </a:cubicBezTo>
                  <a:cubicBezTo>
                    <a:pt x="108752" y="401551"/>
                    <a:pt x="96052" y="379961"/>
                    <a:pt x="99862" y="371071"/>
                  </a:cubicBezTo>
                  <a:cubicBezTo>
                    <a:pt x="103672" y="360911"/>
                    <a:pt x="150662" y="350751"/>
                    <a:pt x="153202" y="354561"/>
                  </a:cubicBezTo>
                  <a:cubicBezTo>
                    <a:pt x="154472" y="357101"/>
                    <a:pt x="127802" y="383771"/>
                    <a:pt x="116372" y="386311"/>
                  </a:cubicBezTo>
                  <a:cubicBezTo>
                    <a:pt x="108752" y="387581"/>
                    <a:pt x="98592" y="382501"/>
                    <a:pt x="92242" y="377421"/>
                  </a:cubicBezTo>
                  <a:cubicBezTo>
                    <a:pt x="85892" y="369801"/>
                    <a:pt x="77002" y="348211"/>
                    <a:pt x="80812" y="345671"/>
                  </a:cubicBezTo>
                  <a:cubicBezTo>
                    <a:pt x="85892" y="340591"/>
                    <a:pt x="123992" y="353291"/>
                    <a:pt x="136692" y="376151"/>
                  </a:cubicBezTo>
                  <a:cubicBezTo>
                    <a:pt x="169712" y="432031"/>
                    <a:pt x="158282" y="707621"/>
                    <a:pt x="137962" y="764771"/>
                  </a:cubicBezTo>
                  <a:cubicBezTo>
                    <a:pt x="131612" y="783821"/>
                    <a:pt x="122722" y="795251"/>
                    <a:pt x="112562" y="799061"/>
                  </a:cubicBezTo>
                  <a:cubicBezTo>
                    <a:pt x="103672" y="802871"/>
                    <a:pt x="87162" y="799061"/>
                    <a:pt x="80812" y="791441"/>
                  </a:cubicBezTo>
                  <a:cubicBezTo>
                    <a:pt x="71922" y="783821"/>
                    <a:pt x="66842" y="760961"/>
                    <a:pt x="70652" y="750801"/>
                  </a:cubicBezTo>
                  <a:cubicBezTo>
                    <a:pt x="74462" y="740641"/>
                    <a:pt x="88432" y="731751"/>
                    <a:pt x="97322" y="730481"/>
                  </a:cubicBezTo>
                  <a:cubicBezTo>
                    <a:pt x="107482" y="729211"/>
                    <a:pt x="122722" y="734291"/>
                    <a:pt x="129072" y="740641"/>
                  </a:cubicBezTo>
                  <a:cubicBezTo>
                    <a:pt x="135422" y="748261"/>
                    <a:pt x="139232" y="763501"/>
                    <a:pt x="137962" y="772391"/>
                  </a:cubicBezTo>
                  <a:cubicBezTo>
                    <a:pt x="135422" y="782551"/>
                    <a:pt x="125262" y="795251"/>
                    <a:pt x="116372" y="797791"/>
                  </a:cubicBezTo>
                  <a:cubicBezTo>
                    <a:pt x="104942" y="801601"/>
                    <a:pt x="85892" y="800331"/>
                    <a:pt x="74462" y="786361"/>
                  </a:cubicBezTo>
                  <a:cubicBezTo>
                    <a:pt x="41442" y="741911"/>
                    <a:pt x="38902" y="371071"/>
                    <a:pt x="80812" y="336781"/>
                  </a:cubicBezTo>
                  <a:cubicBezTo>
                    <a:pt x="98592" y="324081"/>
                    <a:pt x="148122" y="344401"/>
                    <a:pt x="153202" y="354561"/>
                  </a:cubicBezTo>
                  <a:cubicBezTo>
                    <a:pt x="155742" y="360911"/>
                    <a:pt x="148122" y="372341"/>
                    <a:pt x="140502" y="377421"/>
                  </a:cubicBezTo>
                  <a:cubicBezTo>
                    <a:pt x="132882" y="382501"/>
                    <a:pt x="117642" y="388851"/>
                    <a:pt x="107482" y="385041"/>
                  </a:cubicBezTo>
                  <a:cubicBezTo>
                    <a:pt x="96052" y="381231"/>
                    <a:pt x="77002" y="349481"/>
                    <a:pt x="80812" y="345671"/>
                  </a:cubicBezTo>
                  <a:cubicBezTo>
                    <a:pt x="85892" y="339321"/>
                    <a:pt x="167172" y="365991"/>
                    <a:pt x="170982" y="379961"/>
                  </a:cubicBezTo>
                  <a:cubicBezTo>
                    <a:pt x="173522" y="388851"/>
                    <a:pt x="160822" y="402821"/>
                    <a:pt x="151932" y="407901"/>
                  </a:cubicBezTo>
                  <a:cubicBezTo>
                    <a:pt x="143042" y="411711"/>
                    <a:pt x="126532" y="412981"/>
                    <a:pt x="118912" y="407901"/>
                  </a:cubicBezTo>
                  <a:cubicBezTo>
                    <a:pt x="108752" y="401551"/>
                    <a:pt x="99862" y="385041"/>
                    <a:pt x="99862" y="371071"/>
                  </a:cubicBezTo>
                  <a:cubicBezTo>
                    <a:pt x="99862" y="349481"/>
                    <a:pt x="123992" y="302491"/>
                    <a:pt x="143042" y="291061"/>
                  </a:cubicBezTo>
                  <a:cubicBezTo>
                    <a:pt x="155742" y="283441"/>
                    <a:pt x="176062" y="279631"/>
                    <a:pt x="188762" y="289791"/>
                  </a:cubicBezTo>
                  <a:cubicBezTo>
                    <a:pt x="212892" y="307571"/>
                    <a:pt x="237022" y="424411"/>
                    <a:pt x="228132" y="458701"/>
                  </a:cubicBezTo>
                  <a:cubicBezTo>
                    <a:pt x="224322" y="475211"/>
                    <a:pt x="210352" y="489181"/>
                    <a:pt x="200192" y="490451"/>
                  </a:cubicBezTo>
                  <a:cubicBezTo>
                    <a:pt x="190032" y="491721"/>
                    <a:pt x="173522" y="482831"/>
                    <a:pt x="164632" y="466321"/>
                  </a:cubicBezTo>
                  <a:cubicBezTo>
                    <a:pt x="134152" y="410441"/>
                    <a:pt x="117642" y="63731"/>
                    <a:pt x="145582" y="15471"/>
                  </a:cubicBezTo>
                  <a:cubicBezTo>
                    <a:pt x="154472" y="2771"/>
                    <a:pt x="169712" y="-1039"/>
                    <a:pt x="178602" y="231"/>
                  </a:cubicBezTo>
                  <a:cubicBezTo>
                    <a:pt x="188762" y="2771"/>
                    <a:pt x="200192" y="14201"/>
                    <a:pt x="205272" y="33251"/>
                  </a:cubicBezTo>
                  <a:cubicBezTo>
                    <a:pt x="223052" y="98021"/>
                    <a:pt x="165902" y="452351"/>
                    <a:pt x="131612" y="504421"/>
                  </a:cubicBezTo>
                  <a:cubicBezTo>
                    <a:pt x="121452" y="518391"/>
                    <a:pt x="110022" y="523471"/>
                    <a:pt x="99862" y="522201"/>
                  </a:cubicBezTo>
                  <a:cubicBezTo>
                    <a:pt x="90972" y="522201"/>
                    <a:pt x="79542" y="514581"/>
                    <a:pt x="71922" y="500611"/>
                  </a:cubicBezTo>
                  <a:cubicBezTo>
                    <a:pt x="49062" y="458701"/>
                    <a:pt x="23662" y="250421"/>
                    <a:pt x="42712" y="208511"/>
                  </a:cubicBezTo>
                  <a:cubicBezTo>
                    <a:pt x="49062" y="193271"/>
                    <a:pt x="65572" y="184381"/>
                    <a:pt x="75732" y="185651"/>
                  </a:cubicBezTo>
                  <a:cubicBezTo>
                    <a:pt x="85892" y="185651"/>
                    <a:pt x="94782" y="193271"/>
                    <a:pt x="102402" y="208511"/>
                  </a:cubicBezTo>
                  <a:cubicBezTo>
                    <a:pt x="123992" y="258041"/>
                    <a:pt x="107482" y="509501"/>
                    <a:pt x="103672" y="594591"/>
                  </a:cubicBezTo>
                  <a:cubicBezTo>
                    <a:pt x="102402" y="637771"/>
                    <a:pt x="107482" y="673331"/>
                    <a:pt x="97322" y="692381"/>
                  </a:cubicBezTo>
                  <a:cubicBezTo>
                    <a:pt x="90972" y="702541"/>
                    <a:pt x="82082" y="710161"/>
                    <a:pt x="73192" y="711431"/>
                  </a:cubicBezTo>
                  <a:cubicBezTo>
                    <a:pt x="63032" y="712701"/>
                    <a:pt x="51602" y="710161"/>
                    <a:pt x="42712" y="702541"/>
                  </a:cubicBezTo>
                  <a:cubicBezTo>
                    <a:pt x="26202" y="686031"/>
                    <a:pt x="16042" y="636501"/>
                    <a:pt x="8422" y="589511"/>
                  </a:cubicBezTo>
                  <a:cubicBezTo>
                    <a:pt x="-3008" y="509501"/>
                    <a:pt x="-1738" y="313921"/>
                    <a:pt x="5882" y="268201"/>
                  </a:cubicBezTo>
                  <a:cubicBezTo>
                    <a:pt x="8422" y="256771"/>
                    <a:pt x="9692" y="251691"/>
                    <a:pt x="14772" y="245341"/>
                  </a:cubicBezTo>
                  <a:cubicBezTo>
                    <a:pt x="21122" y="238991"/>
                    <a:pt x="36362" y="231371"/>
                    <a:pt x="45252" y="233911"/>
                  </a:cubicBezTo>
                  <a:cubicBezTo>
                    <a:pt x="56682" y="236451"/>
                    <a:pt x="75732" y="268201"/>
                    <a:pt x="75732" y="268201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63312" y="3736658"/>
            <a:ext cx="224790" cy="601028"/>
            <a:chOff x="0" y="0"/>
            <a:chExt cx="299720" cy="8013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2274" y="50476"/>
              <a:ext cx="206646" cy="701320"/>
            </a:xfrm>
            <a:custGeom>
              <a:avLst/>
              <a:gdLst/>
              <a:ahLst/>
              <a:cxnLst/>
              <a:rect r="r" b="b" t="t" l="l"/>
              <a:pathLst>
                <a:path h="701320" w="206646">
                  <a:moveTo>
                    <a:pt x="206646" y="164154"/>
                  </a:moveTo>
                  <a:cubicBezTo>
                    <a:pt x="199026" y="601034"/>
                    <a:pt x="192676" y="606114"/>
                    <a:pt x="183786" y="609924"/>
                  </a:cubicBezTo>
                  <a:cubicBezTo>
                    <a:pt x="176166" y="612464"/>
                    <a:pt x="162196" y="612464"/>
                    <a:pt x="153306" y="606114"/>
                  </a:cubicBezTo>
                  <a:cubicBezTo>
                    <a:pt x="139336" y="594684"/>
                    <a:pt x="131716" y="565474"/>
                    <a:pt x="124096" y="527374"/>
                  </a:cubicBezTo>
                  <a:cubicBezTo>
                    <a:pt x="105046" y="439744"/>
                    <a:pt x="65676" y="114624"/>
                    <a:pt x="98696" y="75254"/>
                  </a:cubicBezTo>
                  <a:cubicBezTo>
                    <a:pt x="108856" y="62554"/>
                    <a:pt x="132986" y="63824"/>
                    <a:pt x="140606" y="70174"/>
                  </a:cubicBezTo>
                  <a:cubicBezTo>
                    <a:pt x="149496" y="76524"/>
                    <a:pt x="148226" y="94304"/>
                    <a:pt x="146956" y="118434"/>
                  </a:cubicBezTo>
                  <a:cubicBezTo>
                    <a:pt x="146956" y="181934"/>
                    <a:pt x="106316" y="368624"/>
                    <a:pt x="94886" y="471494"/>
                  </a:cubicBezTo>
                  <a:cubicBezTo>
                    <a:pt x="85996" y="548964"/>
                    <a:pt x="94886" y="645484"/>
                    <a:pt x="79646" y="678504"/>
                  </a:cubicBezTo>
                  <a:cubicBezTo>
                    <a:pt x="74566" y="689934"/>
                    <a:pt x="68216" y="696284"/>
                    <a:pt x="59326" y="700094"/>
                  </a:cubicBezTo>
                  <a:cubicBezTo>
                    <a:pt x="50436" y="702634"/>
                    <a:pt x="36466" y="701364"/>
                    <a:pt x="30116" y="695014"/>
                  </a:cubicBezTo>
                  <a:cubicBezTo>
                    <a:pt x="17416" y="683584"/>
                    <a:pt x="18686" y="655644"/>
                    <a:pt x="14876" y="618814"/>
                  </a:cubicBezTo>
                  <a:cubicBezTo>
                    <a:pt x="4716" y="515944"/>
                    <a:pt x="-9254" y="113354"/>
                    <a:pt x="8526" y="39694"/>
                  </a:cubicBezTo>
                  <a:cubicBezTo>
                    <a:pt x="13606" y="20644"/>
                    <a:pt x="17416" y="13024"/>
                    <a:pt x="26306" y="6674"/>
                  </a:cubicBezTo>
                  <a:cubicBezTo>
                    <a:pt x="35196" y="324"/>
                    <a:pt x="52976" y="-946"/>
                    <a:pt x="63136" y="2864"/>
                  </a:cubicBezTo>
                  <a:cubicBezTo>
                    <a:pt x="73296" y="6674"/>
                    <a:pt x="84726" y="20644"/>
                    <a:pt x="87266" y="30804"/>
                  </a:cubicBezTo>
                  <a:cubicBezTo>
                    <a:pt x="89806" y="42234"/>
                    <a:pt x="84726" y="58744"/>
                    <a:pt x="77106" y="66364"/>
                  </a:cubicBezTo>
                  <a:cubicBezTo>
                    <a:pt x="69486" y="75254"/>
                    <a:pt x="52976" y="80334"/>
                    <a:pt x="41546" y="79064"/>
                  </a:cubicBezTo>
                  <a:cubicBezTo>
                    <a:pt x="31386" y="76524"/>
                    <a:pt x="17416" y="66364"/>
                    <a:pt x="12336" y="56204"/>
                  </a:cubicBezTo>
                  <a:cubicBezTo>
                    <a:pt x="8526" y="46044"/>
                    <a:pt x="8526" y="28264"/>
                    <a:pt x="14876" y="19374"/>
                  </a:cubicBezTo>
                  <a:cubicBezTo>
                    <a:pt x="19956" y="10484"/>
                    <a:pt x="36466" y="1594"/>
                    <a:pt x="46626" y="324"/>
                  </a:cubicBezTo>
                  <a:cubicBezTo>
                    <a:pt x="54246" y="-946"/>
                    <a:pt x="64406" y="1594"/>
                    <a:pt x="70756" y="6674"/>
                  </a:cubicBezTo>
                  <a:cubicBezTo>
                    <a:pt x="78376" y="13024"/>
                    <a:pt x="83456" y="20644"/>
                    <a:pt x="88536" y="39694"/>
                  </a:cubicBezTo>
                  <a:cubicBezTo>
                    <a:pt x="106316" y="117164"/>
                    <a:pt x="106316" y="595954"/>
                    <a:pt x="80916" y="669614"/>
                  </a:cubicBezTo>
                  <a:cubicBezTo>
                    <a:pt x="75836" y="687394"/>
                    <a:pt x="68216" y="696284"/>
                    <a:pt x="59326" y="700094"/>
                  </a:cubicBezTo>
                  <a:cubicBezTo>
                    <a:pt x="50436" y="702634"/>
                    <a:pt x="36466" y="700094"/>
                    <a:pt x="30116" y="695014"/>
                  </a:cubicBezTo>
                  <a:cubicBezTo>
                    <a:pt x="22496" y="689934"/>
                    <a:pt x="18686" y="679774"/>
                    <a:pt x="16146" y="667074"/>
                  </a:cubicBezTo>
                  <a:cubicBezTo>
                    <a:pt x="12336" y="644214"/>
                    <a:pt x="19956" y="606114"/>
                    <a:pt x="25036" y="556584"/>
                  </a:cubicBezTo>
                  <a:cubicBezTo>
                    <a:pt x="33926" y="458794"/>
                    <a:pt x="54246" y="207334"/>
                    <a:pt x="77106" y="115894"/>
                  </a:cubicBezTo>
                  <a:cubicBezTo>
                    <a:pt x="87266" y="71444"/>
                    <a:pt x="94886" y="25724"/>
                    <a:pt x="112666" y="20644"/>
                  </a:cubicBezTo>
                  <a:cubicBezTo>
                    <a:pt x="126636" y="15564"/>
                    <a:pt x="153306" y="30804"/>
                    <a:pt x="166006" y="53664"/>
                  </a:cubicBezTo>
                  <a:cubicBezTo>
                    <a:pt x="199026" y="109544"/>
                    <a:pt x="167276" y="339414"/>
                    <a:pt x="178706" y="435934"/>
                  </a:cubicBezTo>
                  <a:cubicBezTo>
                    <a:pt x="185056" y="495624"/>
                    <a:pt x="209186" y="550234"/>
                    <a:pt x="205376" y="578174"/>
                  </a:cubicBezTo>
                  <a:cubicBezTo>
                    <a:pt x="204106" y="592144"/>
                    <a:pt x="199026" y="601034"/>
                    <a:pt x="191406" y="606114"/>
                  </a:cubicBezTo>
                  <a:cubicBezTo>
                    <a:pt x="183786" y="611194"/>
                    <a:pt x="169816" y="613734"/>
                    <a:pt x="160926" y="609924"/>
                  </a:cubicBezTo>
                  <a:cubicBezTo>
                    <a:pt x="152036" y="604844"/>
                    <a:pt x="145686" y="595954"/>
                    <a:pt x="139336" y="578174"/>
                  </a:cubicBezTo>
                  <a:cubicBezTo>
                    <a:pt x="121556" y="519754"/>
                    <a:pt x="116476" y="223844"/>
                    <a:pt x="139336" y="164154"/>
                  </a:cubicBezTo>
                  <a:cubicBezTo>
                    <a:pt x="145686" y="143834"/>
                    <a:pt x="157116" y="132404"/>
                    <a:pt x="168546" y="129864"/>
                  </a:cubicBezTo>
                  <a:cubicBezTo>
                    <a:pt x="177436" y="127324"/>
                    <a:pt x="191406" y="134944"/>
                    <a:pt x="197756" y="141294"/>
                  </a:cubicBezTo>
                  <a:cubicBezTo>
                    <a:pt x="202836" y="146374"/>
                    <a:pt x="206646" y="164154"/>
                    <a:pt x="206646" y="164154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265218" y="2194560"/>
            <a:ext cx="202883" cy="549593"/>
            <a:chOff x="0" y="0"/>
            <a:chExt cx="270510" cy="7327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8830" y="50681"/>
              <a:ext cx="171236" cy="631626"/>
            </a:xfrm>
            <a:custGeom>
              <a:avLst/>
              <a:gdLst/>
              <a:ahLst/>
              <a:cxnLst/>
              <a:rect r="r" b="b" t="t" l="l"/>
              <a:pathLst>
                <a:path h="631626" w="171236">
                  <a:moveTo>
                    <a:pt x="94680" y="513199"/>
                  </a:moveTo>
                  <a:cubicBezTo>
                    <a:pt x="92140" y="420489"/>
                    <a:pt x="71820" y="390009"/>
                    <a:pt x="65470" y="345559"/>
                  </a:cubicBezTo>
                  <a:cubicBezTo>
                    <a:pt x="55310" y="269359"/>
                    <a:pt x="45150" y="87749"/>
                    <a:pt x="64200" y="36949"/>
                  </a:cubicBezTo>
                  <a:cubicBezTo>
                    <a:pt x="71820" y="16629"/>
                    <a:pt x="84520" y="1389"/>
                    <a:pt x="97220" y="119"/>
                  </a:cubicBezTo>
                  <a:cubicBezTo>
                    <a:pt x="108650" y="-1151"/>
                    <a:pt x="126430" y="7739"/>
                    <a:pt x="137860" y="28059"/>
                  </a:cubicBezTo>
                  <a:cubicBezTo>
                    <a:pt x="173420" y="96639"/>
                    <a:pt x="173420" y="548759"/>
                    <a:pt x="136590" y="609719"/>
                  </a:cubicBezTo>
                  <a:cubicBezTo>
                    <a:pt x="126430" y="627499"/>
                    <a:pt x="108650" y="632579"/>
                    <a:pt x="97220" y="631309"/>
                  </a:cubicBezTo>
                  <a:cubicBezTo>
                    <a:pt x="84520" y="630039"/>
                    <a:pt x="69280" y="614799"/>
                    <a:pt x="62930" y="600829"/>
                  </a:cubicBezTo>
                  <a:cubicBezTo>
                    <a:pt x="55310" y="584319"/>
                    <a:pt x="66740" y="557649"/>
                    <a:pt x="62930" y="530979"/>
                  </a:cubicBezTo>
                  <a:cubicBezTo>
                    <a:pt x="56580" y="492879"/>
                    <a:pt x="26100" y="442079"/>
                    <a:pt x="15940" y="395089"/>
                  </a:cubicBezTo>
                  <a:cubicBezTo>
                    <a:pt x="5780" y="348099"/>
                    <a:pt x="-4380" y="283329"/>
                    <a:pt x="1970" y="249039"/>
                  </a:cubicBezTo>
                  <a:cubicBezTo>
                    <a:pt x="5780" y="229989"/>
                    <a:pt x="18480" y="222369"/>
                    <a:pt x="24830" y="204589"/>
                  </a:cubicBezTo>
                  <a:cubicBezTo>
                    <a:pt x="32450" y="177919"/>
                    <a:pt x="24830" y="125849"/>
                    <a:pt x="36260" y="108069"/>
                  </a:cubicBezTo>
                  <a:cubicBezTo>
                    <a:pt x="43880" y="96639"/>
                    <a:pt x="56580" y="89019"/>
                    <a:pt x="68010" y="89019"/>
                  </a:cubicBezTo>
                  <a:cubicBezTo>
                    <a:pt x="80710" y="90289"/>
                    <a:pt x="97220" y="96639"/>
                    <a:pt x="106110" y="113149"/>
                  </a:cubicBezTo>
                  <a:cubicBezTo>
                    <a:pt x="135320" y="165219"/>
                    <a:pt x="117540" y="478909"/>
                    <a:pt x="102300" y="524629"/>
                  </a:cubicBezTo>
                  <a:cubicBezTo>
                    <a:pt x="98490" y="534789"/>
                    <a:pt x="95950" y="537329"/>
                    <a:pt x="89600" y="541139"/>
                  </a:cubicBezTo>
                  <a:cubicBezTo>
                    <a:pt x="81980" y="544949"/>
                    <a:pt x="66740" y="548759"/>
                    <a:pt x="57850" y="544949"/>
                  </a:cubicBezTo>
                  <a:cubicBezTo>
                    <a:pt x="48960" y="539869"/>
                    <a:pt x="37530" y="519549"/>
                    <a:pt x="37530" y="509389"/>
                  </a:cubicBezTo>
                  <a:cubicBezTo>
                    <a:pt x="36260" y="503039"/>
                    <a:pt x="41340" y="495419"/>
                    <a:pt x="46420" y="490339"/>
                  </a:cubicBezTo>
                  <a:cubicBezTo>
                    <a:pt x="52770" y="485259"/>
                    <a:pt x="66740" y="478909"/>
                    <a:pt x="75630" y="480179"/>
                  </a:cubicBezTo>
                  <a:cubicBezTo>
                    <a:pt x="84520" y="481449"/>
                    <a:pt x="95950" y="491609"/>
                    <a:pt x="101030" y="499229"/>
                  </a:cubicBezTo>
                  <a:cubicBezTo>
                    <a:pt x="104840" y="505579"/>
                    <a:pt x="106110" y="513199"/>
                    <a:pt x="103570" y="520819"/>
                  </a:cubicBezTo>
                  <a:cubicBezTo>
                    <a:pt x="99760" y="529709"/>
                    <a:pt x="81980" y="544949"/>
                    <a:pt x="71820" y="546219"/>
                  </a:cubicBezTo>
                  <a:cubicBezTo>
                    <a:pt x="65470" y="548759"/>
                    <a:pt x="57850" y="544949"/>
                    <a:pt x="51500" y="541139"/>
                  </a:cubicBezTo>
                  <a:cubicBezTo>
                    <a:pt x="45150" y="536059"/>
                    <a:pt x="41340" y="528439"/>
                    <a:pt x="37530" y="513199"/>
                  </a:cubicBezTo>
                  <a:cubicBezTo>
                    <a:pt x="23560" y="459859"/>
                    <a:pt x="10860" y="184269"/>
                    <a:pt x="31180" y="125849"/>
                  </a:cubicBezTo>
                  <a:cubicBezTo>
                    <a:pt x="37530" y="106799"/>
                    <a:pt x="47690" y="95369"/>
                    <a:pt x="59120" y="91559"/>
                  </a:cubicBezTo>
                  <a:cubicBezTo>
                    <a:pt x="69280" y="87749"/>
                    <a:pt x="87060" y="90289"/>
                    <a:pt x="94680" y="97909"/>
                  </a:cubicBezTo>
                  <a:cubicBezTo>
                    <a:pt x="106110" y="108069"/>
                    <a:pt x="108650" y="134739"/>
                    <a:pt x="108650" y="157599"/>
                  </a:cubicBezTo>
                  <a:cubicBezTo>
                    <a:pt x="108650" y="190619"/>
                    <a:pt x="81980" y="241419"/>
                    <a:pt x="78170" y="275709"/>
                  </a:cubicBezTo>
                  <a:cubicBezTo>
                    <a:pt x="75630" y="302379"/>
                    <a:pt x="75630" y="317619"/>
                    <a:pt x="80710" y="345559"/>
                  </a:cubicBezTo>
                  <a:cubicBezTo>
                    <a:pt x="88330" y="393819"/>
                    <a:pt x="134050" y="480179"/>
                    <a:pt x="140400" y="528439"/>
                  </a:cubicBezTo>
                  <a:cubicBezTo>
                    <a:pt x="144210" y="561459"/>
                    <a:pt x="144210" y="593209"/>
                    <a:pt x="136590" y="609719"/>
                  </a:cubicBezTo>
                  <a:cubicBezTo>
                    <a:pt x="131510" y="619879"/>
                    <a:pt x="123890" y="626229"/>
                    <a:pt x="115000" y="628769"/>
                  </a:cubicBezTo>
                  <a:cubicBezTo>
                    <a:pt x="107380" y="632579"/>
                    <a:pt x="95950" y="632579"/>
                    <a:pt x="87060" y="628769"/>
                  </a:cubicBezTo>
                  <a:cubicBezTo>
                    <a:pt x="76900" y="623689"/>
                    <a:pt x="68010" y="613529"/>
                    <a:pt x="61660" y="591939"/>
                  </a:cubicBezTo>
                  <a:cubicBezTo>
                    <a:pt x="38800" y="517009"/>
                    <a:pt x="29910" y="95369"/>
                    <a:pt x="65470" y="28059"/>
                  </a:cubicBezTo>
                  <a:cubicBezTo>
                    <a:pt x="75630" y="7739"/>
                    <a:pt x="93410" y="-1151"/>
                    <a:pt x="106110" y="119"/>
                  </a:cubicBezTo>
                  <a:cubicBezTo>
                    <a:pt x="117540" y="1389"/>
                    <a:pt x="130240" y="11549"/>
                    <a:pt x="137860" y="28059"/>
                  </a:cubicBezTo>
                  <a:cubicBezTo>
                    <a:pt x="158180" y="72509"/>
                    <a:pt x="132780" y="233799"/>
                    <a:pt x="140400" y="321429"/>
                  </a:cubicBezTo>
                  <a:cubicBezTo>
                    <a:pt x="146750" y="392549"/>
                    <a:pt x="174690" y="480179"/>
                    <a:pt x="170880" y="513199"/>
                  </a:cubicBezTo>
                  <a:cubicBezTo>
                    <a:pt x="169610" y="525899"/>
                    <a:pt x="167070" y="532249"/>
                    <a:pt x="160720" y="538599"/>
                  </a:cubicBezTo>
                  <a:cubicBezTo>
                    <a:pt x="155640" y="544949"/>
                    <a:pt x="145480" y="551299"/>
                    <a:pt x="136590" y="551299"/>
                  </a:cubicBezTo>
                  <a:cubicBezTo>
                    <a:pt x="126430" y="552569"/>
                    <a:pt x="111190" y="546219"/>
                    <a:pt x="103570" y="538599"/>
                  </a:cubicBezTo>
                  <a:cubicBezTo>
                    <a:pt x="97220" y="532249"/>
                    <a:pt x="94680" y="513199"/>
                    <a:pt x="94680" y="513199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263312" y="2339340"/>
            <a:ext cx="274320" cy="1553527"/>
            <a:chOff x="0" y="0"/>
            <a:chExt cx="365760" cy="20713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0611" y="50800"/>
              <a:ext cx="275016" cy="1969949"/>
            </a:xfrm>
            <a:custGeom>
              <a:avLst/>
              <a:gdLst/>
              <a:ahLst/>
              <a:cxnLst/>
              <a:rect r="r" b="b" t="t" l="l"/>
              <a:pathLst>
                <a:path h="1969949" w="275016">
                  <a:moveTo>
                    <a:pt x="201959" y="1946910"/>
                  </a:moveTo>
                  <a:cubicBezTo>
                    <a:pt x="158779" y="1709420"/>
                    <a:pt x="168939" y="1513840"/>
                    <a:pt x="160049" y="1404620"/>
                  </a:cubicBezTo>
                  <a:cubicBezTo>
                    <a:pt x="154969" y="1327150"/>
                    <a:pt x="148619" y="1249680"/>
                    <a:pt x="135919" y="1210310"/>
                  </a:cubicBezTo>
                  <a:cubicBezTo>
                    <a:pt x="129569" y="1189990"/>
                    <a:pt x="115599" y="1181100"/>
                    <a:pt x="114329" y="1169670"/>
                  </a:cubicBezTo>
                  <a:cubicBezTo>
                    <a:pt x="113059" y="1159510"/>
                    <a:pt x="116869" y="1149350"/>
                    <a:pt x="121949" y="1143000"/>
                  </a:cubicBezTo>
                  <a:cubicBezTo>
                    <a:pt x="128299" y="1136650"/>
                    <a:pt x="137189" y="1130300"/>
                    <a:pt x="146079" y="1129030"/>
                  </a:cubicBezTo>
                  <a:cubicBezTo>
                    <a:pt x="153699" y="1127760"/>
                    <a:pt x="165129" y="1130300"/>
                    <a:pt x="172749" y="1134110"/>
                  </a:cubicBezTo>
                  <a:cubicBezTo>
                    <a:pt x="180369" y="1139190"/>
                    <a:pt x="185449" y="1143000"/>
                    <a:pt x="189259" y="1155700"/>
                  </a:cubicBezTo>
                  <a:cubicBezTo>
                    <a:pt x="205769" y="1205230"/>
                    <a:pt x="199419" y="1482090"/>
                    <a:pt x="179099" y="1559560"/>
                  </a:cubicBezTo>
                  <a:cubicBezTo>
                    <a:pt x="170209" y="1593850"/>
                    <a:pt x="161319" y="1617980"/>
                    <a:pt x="143539" y="1629410"/>
                  </a:cubicBezTo>
                  <a:cubicBezTo>
                    <a:pt x="127029" y="1638300"/>
                    <a:pt x="97819" y="1634490"/>
                    <a:pt x="82579" y="1626870"/>
                  </a:cubicBezTo>
                  <a:cubicBezTo>
                    <a:pt x="69879" y="1619250"/>
                    <a:pt x="64799" y="1607820"/>
                    <a:pt x="57179" y="1586230"/>
                  </a:cubicBezTo>
                  <a:cubicBezTo>
                    <a:pt x="40669" y="1530350"/>
                    <a:pt x="29239" y="1304290"/>
                    <a:pt x="41939" y="1259840"/>
                  </a:cubicBezTo>
                  <a:cubicBezTo>
                    <a:pt x="45749" y="1245870"/>
                    <a:pt x="50829" y="1240790"/>
                    <a:pt x="58449" y="1235710"/>
                  </a:cubicBezTo>
                  <a:cubicBezTo>
                    <a:pt x="66069" y="1230630"/>
                    <a:pt x="77499" y="1226820"/>
                    <a:pt x="86389" y="1229360"/>
                  </a:cubicBezTo>
                  <a:cubicBezTo>
                    <a:pt x="97819" y="1231900"/>
                    <a:pt x="111789" y="1240790"/>
                    <a:pt x="120679" y="1259840"/>
                  </a:cubicBezTo>
                  <a:cubicBezTo>
                    <a:pt x="148619" y="1322070"/>
                    <a:pt x="149889" y="1689100"/>
                    <a:pt x="116869" y="1744980"/>
                  </a:cubicBezTo>
                  <a:cubicBezTo>
                    <a:pt x="106709" y="1761490"/>
                    <a:pt x="88929" y="1767840"/>
                    <a:pt x="76229" y="1766570"/>
                  </a:cubicBezTo>
                  <a:cubicBezTo>
                    <a:pt x="63529" y="1764030"/>
                    <a:pt x="52099" y="1753870"/>
                    <a:pt x="41939" y="1736090"/>
                  </a:cubicBezTo>
                  <a:cubicBezTo>
                    <a:pt x="19079" y="1691640"/>
                    <a:pt x="20349" y="1577340"/>
                    <a:pt x="13999" y="1459230"/>
                  </a:cubicBezTo>
                  <a:cubicBezTo>
                    <a:pt x="2569" y="1252220"/>
                    <a:pt x="-8861" y="753110"/>
                    <a:pt x="10189" y="600710"/>
                  </a:cubicBezTo>
                  <a:cubicBezTo>
                    <a:pt x="16539" y="543560"/>
                    <a:pt x="33049" y="537210"/>
                    <a:pt x="39399" y="485140"/>
                  </a:cubicBezTo>
                  <a:cubicBezTo>
                    <a:pt x="52099" y="386080"/>
                    <a:pt x="24159" y="104140"/>
                    <a:pt x="40669" y="40640"/>
                  </a:cubicBezTo>
                  <a:cubicBezTo>
                    <a:pt x="44479" y="22860"/>
                    <a:pt x="48289" y="12700"/>
                    <a:pt x="58449" y="7620"/>
                  </a:cubicBezTo>
                  <a:cubicBezTo>
                    <a:pt x="69879" y="1270"/>
                    <a:pt x="97819" y="1270"/>
                    <a:pt x="107979" y="10160"/>
                  </a:cubicBezTo>
                  <a:cubicBezTo>
                    <a:pt x="118139" y="17780"/>
                    <a:pt x="123219" y="45720"/>
                    <a:pt x="118139" y="58420"/>
                  </a:cubicBezTo>
                  <a:cubicBezTo>
                    <a:pt x="114329" y="68580"/>
                    <a:pt x="99089" y="80010"/>
                    <a:pt x="87659" y="81280"/>
                  </a:cubicBezTo>
                  <a:cubicBezTo>
                    <a:pt x="76229" y="83820"/>
                    <a:pt x="58449" y="77470"/>
                    <a:pt x="50829" y="68580"/>
                  </a:cubicBezTo>
                  <a:cubicBezTo>
                    <a:pt x="43209" y="58420"/>
                    <a:pt x="40669" y="31750"/>
                    <a:pt x="45749" y="20320"/>
                  </a:cubicBezTo>
                  <a:cubicBezTo>
                    <a:pt x="50829" y="10160"/>
                    <a:pt x="67339" y="0"/>
                    <a:pt x="78769" y="0"/>
                  </a:cubicBezTo>
                  <a:cubicBezTo>
                    <a:pt x="91469" y="0"/>
                    <a:pt x="109249" y="8890"/>
                    <a:pt x="119409" y="27940"/>
                  </a:cubicBezTo>
                  <a:cubicBezTo>
                    <a:pt x="151159" y="86360"/>
                    <a:pt x="132109" y="373380"/>
                    <a:pt x="120679" y="476250"/>
                  </a:cubicBezTo>
                  <a:cubicBezTo>
                    <a:pt x="114329" y="530860"/>
                    <a:pt x="97819" y="543560"/>
                    <a:pt x="90199" y="600710"/>
                  </a:cubicBezTo>
                  <a:cubicBezTo>
                    <a:pt x="76229" y="718820"/>
                    <a:pt x="86389" y="982980"/>
                    <a:pt x="87659" y="1151890"/>
                  </a:cubicBezTo>
                  <a:cubicBezTo>
                    <a:pt x="87659" y="1294130"/>
                    <a:pt x="81309" y="1438910"/>
                    <a:pt x="91469" y="1544320"/>
                  </a:cubicBezTo>
                  <a:cubicBezTo>
                    <a:pt x="97819" y="1616710"/>
                    <a:pt x="127029" y="1690370"/>
                    <a:pt x="120679" y="1725930"/>
                  </a:cubicBezTo>
                  <a:cubicBezTo>
                    <a:pt x="118139" y="1742440"/>
                    <a:pt x="111789" y="1752600"/>
                    <a:pt x="104169" y="1758950"/>
                  </a:cubicBezTo>
                  <a:cubicBezTo>
                    <a:pt x="96549" y="1765300"/>
                    <a:pt x="85119" y="1766570"/>
                    <a:pt x="76229" y="1766570"/>
                  </a:cubicBezTo>
                  <a:cubicBezTo>
                    <a:pt x="67339" y="1765300"/>
                    <a:pt x="57179" y="1758950"/>
                    <a:pt x="50829" y="1752600"/>
                  </a:cubicBezTo>
                  <a:cubicBezTo>
                    <a:pt x="45749" y="1746250"/>
                    <a:pt x="44479" y="1741170"/>
                    <a:pt x="40669" y="1725930"/>
                  </a:cubicBezTo>
                  <a:cubicBezTo>
                    <a:pt x="30509" y="1667510"/>
                    <a:pt x="13999" y="1320800"/>
                    <a:pt x="41939" y="1259840"/>
                  </a:cubicBezTo>
                  <a:cubicBezTo>
                    <a:pt x="50829" y="1240790"/>
                    <a:pt x="64799" y="1231900"/>
                    <a:pt x="76229" y="1229360"/>
                  </a:cubicBezTo>
                  <a:cubicBezTo>
                    <a:pt x="85119" y="1226820"/>
                    <a:pt x="96549" y="1230630"/>
                    <a:pt x="104169" y="1235710"/>
                  </a:cubicBezTo>
                  <a:cubicBezTo>
                    <a:pt x="111789" y="1240790"/>
                    <a:pt x="115599" y="1247140"/>
                    <a:pt x="120679" y="1259840"/>
                  </a:cubicBezTo>
                  <a:cubicBezTo>
                    <a:pt x="132109" y="1297940"/>
                    <a:pt x="127029" y="1452880"/>
                    <a:pt x="120679" y="1503680"/>
                  </a:cubicBezTo>
                  <a:cubicBezTo>
                    <a:pt x="118139" y="1527810"/>
                    <a:pt x="110519" y="1557020"/>
                    <a:pt x="106709" y="1557020"/>
                  </a:cubicBezTo>
                  <a:cubicBezTo>
                    <a:pt x="99089" y="1555750"/>
                    <a:pt x="100359" y="1210310"/>
                    <a:pt x="114329" y="1159510"/>
                  </a:cubicBezTo>
                  <a:cubicBezTo>
                    <a:pt x="118139" y="1146810"/>
                    <a:pt x="121949" y="1141730"/>
                    <a:pt x="129569" y="1136650"/>
                  </a:cubicBezTo>
                  <a:cubicBezTo>
                    <a:pt x="135919" y="1131570"/>
                    <a:pt x="146079" y="1126490"/>
                    <a:pt x="154969" y="1129030"/>
                  </a:cubicBezTo>
                  <a:cubicBezTo>
                    <a:pt x="168939" y="1131570"/>
                    <a:pt x="187989" y="1144270"/>
                    <a:pt x="200689" y="1167130"/>
                  </a:cubicBezTo>
                  <a:cubicBezTo>
                    <a:pt x="228629" y="1215390"/>
                    <a:pt x="233709" y="1347470"/>
                    <a:pt x="242599" y="1449070"/>
                  </a:cubicBezTo>
                  <a:cubicBezTo>
                    <a:pt x="251489" y="1568450"/>
                    <a:pt x="236249" y="1750060"/>
                    <a:pt x="247679" y="1837690"/>
                  </a:cubicBezTo>
                  <a:cubicBezTo>
                    <a:pt x="254029" y="1882140"/>
                    <a:pt x="279429" y="1913890"/>
                    <a:pt x="274349" y="1936750"/>
                  </a:cubicBezTo>
                  <a:cubicBezTo>
                    <a:pt x="270539" y="1951990"/>
                    <a:pt x="257839" y="1967230"/>
                    <a:pt x="246409" y="1969770"/>
                  </a:cubicBezTo>
                  <a:cubicBezTo>
                    <a:pt x="233709" y="1972310"/>
                    <a:pt x="201959" y="1946910"/>
                    <a:pt x="201959" y="1946910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263312" y="3247072"/>
            <a:ext cx="160020" cy="578168"/>
            <a:chOff x="0" y="0"/>
            <a:chExt cx="213360" cy="7708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2070" y="50482"/>
              <a:ext cx="114159" cy="669857"/>
            </a:xfrm>
            <a:custGeom>
              <a:avLst/>
              <a:gdLst/>
              <a:ahLst/>
              <a:cxnLst/>
              <a:rect r="r" b="b" t="t" l="l"/>
              <a:pathLst>
                <a:path h="669857" w="114159">
                  <a:moveTo>
                    <a:pt x="0" y="630238"/>
                  </a:moveTo>
                  <a:cubicBezTo>
                    <a:pt x="3810" y="253048"/>
                    <a:pt x="15240" y="251778"/>
                    <a:pt x="21590" y="230188"/>
                  </a:cubicBezTo>
                  <a:cubicBezTo>
                    <a:pt x="31750" y="185738"/>
                    <a:pt x="11430" y="62548"/>
                    <a:pt x="31750" y="28258"/>
                  </a:cubicBezTo>
                  <a:cubicBezTo>
                    <a:pt x="40640" y="10478"/>
                    <a:pt x="59690" y="1588"/>
                    <a:pt x="72390" y="318"/>
                  </a:cubicBezTo>
                  <a:cubicBezTo>
                    <a:pt x="81280" y="318"/>
                    <a:pt x="90170" y="4128"/>
                    <a:pt x="96520" y="10478"/>
                  </a:cubicBezTo>
                  <a:cubicBezTo>
                    <a:pt x="102870" y="18098"/>
                    <a:pt x="110490" y="34608"/>
                    <a:pt x="109220" y="46038"/>
                  </a:cubicBezTo>
                  <a:cubicBezTo>
                    <a:pt x="109220" y="56198"/>
                    <a:pt x="97790" y="71438"/>
                    <a:pt x="88900" y="76518"/>
                  </a:cubicBezTo>
                  <a:cubicBezTo>
                    <a:pt x="81280" y="81598"/>
                    <a:pt x="71120" y="82868"/>
                    <a:pt x="63500" y="80328"/>
                  </a:cubicBezTo>
                  <a:cubicBezTo>
                    <a:pt x="53340" y="77788"/>
                    <a:pt x="38100" y="66358"/>
                    <a:pt x="33020" y="57468"/>
                  </a:cubicBezTo>
                  <a:cubicBezTo>
                    <a:pt x="29210" y="49848"/>
                    <a:pt x="26670" y="39688"/>
                    <a:pt x="30480" y="32068"/>
                  </a:cubicBezTo>
                  <a:cubicBezTo>
                    <a:pt x="34290" y="20638"/>
                    <a:pt x="55880" y="2858"/>
                    <a:pt x="67310" y="318"/>
                  </a:cubicBezTo>
                  <a:cubicBezTo>
                    <a:pt x="76200" y="-952"/>
                    <a:pt x="86360" y="1588"/>
                    <a:pt x="92710" y="7938"/>
                  </a:cubicBezTo>
                  <a:cubicBezTo>
                    <a:pt x="100330" y="14288"/>
                    <a:pt x="106680" y="24448"/>
                    <a:pt x="110490" y="40958"/>
                  </a:cubicBezTo>
                  <a:cubicBezTo>
                    <a:pt x="118110" y="77788"/>
                    <a:pt x="113030" y="185738"/>
                    <a:pt x="102870" y="228918"/>
                  </a:cubicBezTo>
                  <a:cubicBezTo>
                    <a:pt x="97790" y="253048"/>
                    <a:pt x="85090" y="255588"/>
                    <a:pt x="78740" y="283528"/>
                  </a:cubicBezTo>
                  <a:cubicBezTo>
                    <a:pt x="64770" y="349568"/>
                    <a:pt x="91440" y="592138"/>
                    <a:pt x="76200" y="640398"/>
                  </a:cubicBezTo>
                  <a:cubicBezTo>
                    <a:pt x="72390" y="653098"/>
                    <a:pt x="68580" y="658178"/>
                    <a:pt x="60960" y="663258"/>
                  </a:cubicBezTo>
                  <a:cubicBezTo>
                    <a:pt x="53340" y="667068"/>
                    <a:pt x="43180" y="670878"/>
                    <a:pt x="34290" y="669608"/>
                  </a:cubicBezTo>
                  <a:cubicBezTo>
                    <a:pt x="25400" y="668338"/>
                    <a:pt x="15240" y="663258"/>
                    <a:pt x="8890" y="656908"/>
                  </a:cubicBezTo>
                  <a:cubicBezTo>
                    <a:pt x="3810" y="649288"/>
                    <a:pt x="0" y="630238"/>
                    <a:pt x="0" y="630238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262360" y="2371725"/>
            <a:ext cx="161925" cy="220980"/>
            <a:chOff x="0" y="0"/>
            <a:chExt cx="215900" cy="29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7311" y="50410"/>
              <a:ext cx="123822" cy="192160"/>
            </a:xfrm>
            <a:custGeom>
              <a:avLst/>
              <a:gdLst/>
              <a:ahLst/>
              <a:cxnLst/>
              <a:rect r="r" b="b" t="t" l="l"/>
              <a:pathLst>
                <a:path h="192160" w="123822">
                  <a:moveTo>
                    <a:pt x="36509" y="152790"/>
                  </a:moveTo>
                  <a:cubicBezTo>
                    <a:pt x="44129" y="18170"/>
                    <a:pt x="59369" y="6740"/>
                    <a:pt x="70799" y="4200"/>
                  </a:cubicBezTo>
                  <a:cubicBezTo>
                    <a:pt x="79689" y="1660"/>
                    <a:pt x="91119" y="5470"/>
                    <a:pt x="98739" y="10550"/>
                  </a:cubicBezTo>
                  <a:cubicBezTo>
                    <a:pt x="105089" y="15630"/>
                    <a:pt x="110169" y="21980"/>
                    <a:pt x="113979" y="33410"/>
                  </a:cubicBezTo>
                  <a:cubicBezTo>
                    <a:pt x="121599" y="56270"/>
                    <a:pt x="124139" y="115960"/>
                    <a:pt x="116519" y="141360"/>
                  </a:cubicBezTo>
                  <a:cubicBezTo>
                    <a:pt x="111439" y="159140"/>
                    <a:pt x="101279" y="174380"/>
                    <a:pt x="89849" y="179460"/>
                  </a:cubicBezTo>
                  <a:cubicBezTo>
                    <a:pt x="82229" y="184540"/>
                    <a:pt x="69529" y="183270"/>
                    <a:pt x="61909" y="179460"/>
                  </a:cubicBezTo>
                  <a:cubicBezTo>
                    <a:pt x="53019" y="176920"/>
                    <a:pt x="44129" y="171840"/>
                    <a:pt x="40319" y="160410"/>
                  </a:cubicBezTo>
                  <a:cubicBezTo>
                    <a:pt x="28889" y="135010"/>
                    <a:pt x="27619" y="35950"/>
                    <a:pt x="45399" y="13090"/>
                  </a:cubicBezTo>
                  <a:cubicBezTo>
                    <a:pt x="54289" y="1660"/>
                    <a:pt x="78419" y="-2150"/>
                    <a:pt x="89849" y="1660"/>
                  </a:cubicBezTo>
                  <a:cubicBezTo>
                    <a:pt x="102549" y="6740"/>
                    <a:pt x="113979" y="23250"/>
                    <a:pt x="116519" y="41030"/>
                  </a:cubicBezTo>
                  <a:cubicBezTo>
                    <a:pt x="121599" y="67700"/>
                    <a:pt x="101279" y="131200"/>
                    <a:pt x="83499" y="154060"/>
                  </a:cubicBezTo>
                  <a:cubicBezTo>
                    <a:pt x="72069" y="168030"/>
                    <a:pt x="55559" y="178190"/>
                    <a:pt x="42859" y="176920"/>
                  </a:cubicBezTo>
                  <a:cubicBezTo>
                    <a:pt x="30159" y="175650"/>
                    <a:pt x="13649" y="162950"/>
                    <a:pt x="7299" y="147710"/>
                  </a:cubicBezTo>
                  <a:cubicBezTo>
                    <a:pt x="-4131" y="123580"/>
                    <a:pt x="-1591" y="55000"/>
                    <a:pt x="11109" y="35950"/>
                  </a:cubicBezTo>
                  <a:cubicBezTo>
                    <a:pt x="18729" y="23250"/>
                    <a:pt x="35239" y="18170"/>
                    <a:pt x="46669" y="18170"/>
                  </a:cubicBezTo>
                  <a:cubicBezTo>
                    <a:pt x="58099" y="19440"/>
                    <a:pt x="74609" y="28330"/>
                    <a:pt x="79689" y="38490"/>
                  </a:cubicBezTo>
                  <a:cubicBezTo>
                    <a:pt x="86039" y="48650"/>
                    <a:pt x="88579" y="67700"/>
                    <a:pt x="82229" y="77860"/>
                  </a:cubicBezTo>
                  <a:cubicBezTo>
                    <a:pt x="75879" y="89290"/>
                    <a:pt x="51749" y="103260"/>
                    <a:pt x="37779" y="101990"/>
                  </a:cubicBezTo>
                  <a:cubicBezTo>
                    <a:pt x="25079" y="99450"/>
                    <a:pt x="6029" y="77860"/>
                    <a:pt x="3489" y="65160"/>
                  </a:cubicBezTo>
                  <a:cubicBezTo>
                    <a:pt x="949" y="53730"/>
                    <a:pt x="8569" y="35950"/>
                    <a:pt x="17459" y="28330"/>
                  </a:cubicBezTo>
                  <a:cubicBezTo>
                    <a:pt x="26349" y="20710"/>
                    <a:pt x="44129" y="16900"/>
                    <a:pt x="55559" y="20710"/>
                  </a:cubicBezTo>
                  <a:cubicBezTo>
                    <a:pt x="66989" y="23250"/>
                    <a:pt x="78419" y="33410"/>
                    <a:pt x="83499" y="46110"/>
                  </a:cubicBezTo>
                  <a:cubicBezTo>
                    <a:pt x="93659" y="67700"/>
                    <a:pt x="96199" y="122310"/>
                    <a:pt x="87309" y="143900"/>
                  </a:cubicBezTo>
                  <a:cubicBezTo>
                    <a:pt x="80959" y="160410"/>
                    <a:pt x="65719" y="174380"/>
                    <a:pt x="53019" y="176920"/>
                  </a:cubicBezTo>
                  <a:cubicBezTo>
                    <a:pt x="41589" y="179460"/>
                    <a:pt x="25079" y="171840"/>
                    <a:pt x="16189" y="164220"/>
                  </a:cubicBezTo>
                  <a:cubicBezTo>
                    <a:pt x="9839" y="157870"/>
                    <a:pt x="6029" y="150250"/>
                    <a:pt x="4759" y="137550"/>
                  </a:cubicBezTo>
                  <a:cubicBezTo>
                    <a:pt x="3489" y="113420"/>
                    <a:pt x="21269" y="43570"/>
                    <a:pt x="39049" y="21980"/>
                  </a:cubicBezTo>
                  <a:cubicBezTo>
                    <a:pt x="50479" y="8010"/>
                    <a:pt x="68259" y="-2150"/>
                    <a:pt x="80959" y="390"/>
                  </a:cubicBezTo>
                  <a:cubicBezTo>
                    <a:pt x="93659" y="1660"/>
                    <a:pt x="108899" y="14360"/>
                    <a:pt x="115249" y="30870"/>
                  </a:cubicBezTo>
                  <a:cubicBezTo>
                    <a:pt x="126679" y="56270"/>
                    <a:pt x="126679" y="126120"/>
                    <a:pt x="115249" y="151520"/>
                  </a:cubicBezTo>
                  <a:cubicBezTo>
                    <a:pt x="107629" y="166760"/>
                    <a:pt x="92389" y="179460"/>
                    <a:pt x="80959" y="182000"/>
                  </a:cubicBezTo>
                  <a:cubicBezTo>
                    <a:pt x="70799" y="184540"/>
                    <a:pt x="60639" y="180730"/>
                    <a:pt x="53019" y="175650"/>
                  </a:cubicBezTo>
                  <a:cubicBezTo>
                    <a:pt x="45399" y="170570"/>
                    <a:pt x="40319" y="162950"/>
                    <a:pt x="36509" y="151520"/>
                  </a:cubicBezTo>
                  <a:cubicBezTo>
                    <a:pt x="28889" y="128660"/>
                    <a:pt x="31429" y="66430"/>
                    <a:pt x="36509" y="43570"/>
                  </a:cubicBezTo>
                  <a:cubicBezTo>
                    <a:pt x="37779" y="30870"/>
                    <a:pt x="40319" y="23250"/>
                    <a:pt x="46669" y="16900"/>
                  </a:cubicBezTo>
                  <a:cubicBezTo>
                    <a:pt x="51749" y="10550"/>
                    <a:pt x="61909" y="4200"/>
                    <a:pt x="70799" y="4200"/>
                  </a:cubicBezTo>
                  <a:cubicBezTo>
                    <a:pt x="82229" y="4200"/>
                    <a:pt x="102549" y="10550"/>
                    <a:pt x="111439" y="24520"/>
                  </a:cubicBezTo>
                  <a:cubicBezTo>
                    <a:pt x="126679" y="49920"/>
                    <a:pt x="125409" y="146440"/>
                    <a:pt x="110169" y="171840"/>
                  </a:cubicBezTo>
                  <a:cubicBezTo>
                    <a:pt x="102549" y="185810"/>
                    <a:pt x="82229" y="192160"/>
                    <a:pt x="70799" y="192160"/>
                  </a:cubicBezTo>
                  <a:cubicBezTo>
                    <a:pt x="61909" y="192160"/>
                    <a:pt x="51749" y="185810"/>
                    <a:pt x="46669" y="179460"/>
                  </a:cubicBezTo>
                  <a:cubicBezTo>
                    <a:pt x="40319" y="173110"/>
                    <a:pt x="36509" y="152790"/>
                    <a:pt x="36509" y="152790"/>
                  </a:cubicBezTo>
                </a:path>
              </a:pathLst>
            </a:custGeom>
            <a:solidFill>
              <a:srgbClr val="071A2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DAHVsjBNQ8g</dc:identifier>
  <dcterms:modified xsi:type="dcterms:W3CDTF">2011-08-01T06:04:30Z</dcterms:modified>
  <cp:revision>1</cp:revision>
  <dc:title>Slides_ACESSIBILIDADE_WCAG_IHC.pdf</dc:title>
</cp:coreProperties>
</file>